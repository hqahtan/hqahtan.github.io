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34D5F-F74A-1D41-BCE9-3A28B55506C0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8CADC-AE21-F349-8867-00BAF9290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15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02D27-D158-0416-A77F-80657B4D9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14B52-188A-6895-3261-A9495D434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DFF8-339E-5B59-29A0-1D0588B24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9FF22-F252-FC74-8371-E944C160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82D7A-C7AC-859C-0C4A-15464E0A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641A-DA3A-8832-C9D3-D1707272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DAB77-BC5E-7112-C3D8-BFE90397B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7F54F-6B32-7F27-09D7-EDE773F9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36DEF-3092-305D-E523-F3955570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EAEDB-4E66-5C31-F3E4-ECF1A028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0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61724-E767-AB45-E82B-0CD5BBE5A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57381-4CF5-0B58-508A-7E09882DA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A69EA-FFF0-E340-C4C8-95DAC864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A6DED-6E9F-1F58-5239-66345A6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15EA5-1985-9E86-6C9B-548AD388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1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40A0-22CF-3753-50CF-771BF84E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7D939-6DB4-184E-2E25-E9B6A3A32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6B2A1-1516-7EBA-6DFA-0779DEFE0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C2521-B052-EC38-F015-E642DC34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2EBBD-0B53-9057-77D6-2C39B6E3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5C116-FE8C-2020-E94D-C7DB63C6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9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0EAD-67F2-596D-2D79-7737BFEB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07275-2E98-3DA2-3A8E-D749CA1AF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2D1FC-0F04-5586-7041-A4846E9D1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E018B-2F3A-1FD1-60FE-D250F01A4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6B51D-3872-F26D-3658-D53A4ECE2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FE810-1E5C-5F4E-4F25-EFC07BC1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75D49-E78A-D83A-F81D-55AE69467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2F21D-D66C-A2D6-CF88-E8A43D89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1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4311-A15E-46C6-61E8-5CF211F20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F9E0E-EB83-3420-2DC1-B2EBF6EE9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02469-9E77-EFC2-734B-28235CC3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0F5DA-FD99-91BB-EFCD-76E1FD94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9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DE7D7-30E4-6E38-993B-72E4F2F8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B92ED-E2BC-19B4-8E84-D8BC3D147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C62FB-5EE5-B53E-5751-D2259BFD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4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DB04-2FB2-D49C-487A-950AECBF4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3CD29-2CE5-39FD-0E90-52BA700A5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5742E-D2A8-3624-7F55-89DAAC350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4BD80-0C95-8CFC-469B-6BA4162E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60084-A7A4-FC36-1065-DD1CF0A8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00BC8-2894-6739-19F4-7A43F3D21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6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2BD6-0A8D-0A31-C67C-7EB27FDB7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D98966-A9D5-46D2-E0D2-B989C5EB0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CFCCC-FED4-2713-9E6F-DDB60EE7F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777CC-956D-8C8E-01C6-0645CD53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FE1D1-88C6-AD5D-3EBA-4925AEB0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DB8F9-9814-7AAE-51A2-08184234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8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80C2-C8DD-5F8A-D943-44BD2E12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08DCF-C4B7-4D61-9AF4-148005239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DEBA6-C761-7EE2-31ED-6795616E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189D4-E7DB-6C04-1FEE-F9C80D82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233CA-B17E-D234-CDEE-78E34192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22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E36F8-7BD7-A4D4-B3BD-83B52ECB0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C1CCC-EC28-8707-5F2B-DBDCFFB23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3779E-1621-CE2F-762D-74DA34D7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1BDD2-8D3C-E7D5-7BF6-A1387B40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A9D25-49CD-3072-A1E6-6FF62839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6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4CBC1-ACC2-235B-8D27-0C75A223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3A80C-DB1C-AC54-4DC3-68C148551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B2096-DAFF-E659-2F9E-A207BCC50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9E15E-4FEF-144D-B792-BD9BD0400E7B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1813-5044-DA02-D2FE-DD1D1FEC5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54EF6-2873-056A-F426-99BC44784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0EB5E-7BE7-C748-A739-6A4EFE7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9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uu.nl/en/organisation/playground" TargetMode="Externa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B3F59054-3394-4D87-8BD0-A28DCD47F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Pizza Margherita | Ingrediente: sos, mozzarella, condimente.… | Pizza  Masetti Craiova | Flickr">
            <a:extLst>
              <a:ext uri="{FF2B5EF4-FFF2-40B4-BE49-F238E27FC236}">
                <a16:creationId xmlns:a16="http://schemas.microsoft.com/office/drawing/2014/main" id="{A9A0BCEA-2F3B-7586-528D-793FCE4D5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3" r="26637"/>
          <a:stretch>
            <a:fillRect/>
          </a:stretch>
        </p:blipFill>
        <p:spPr bwMode="auto"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oard Games 2 | * Infernal Contraption * Smallworld * Scrabb… | Flickr">
            <a:extLst>
              <a:ext uri="{FF2B5EF4-FFF2-40B4-BE49-F238E27FC236}">
                <a16:creationId xmlns:a16="http://schemas.microsoft.com/office/drawing/2014/main" id="{3420811A-8EBF-B2FA-CF71-AE7E73E4A8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5" r="-2" b="-2"/>
          <a:stretch>
            <a:fillRect/>
          </a:stretch>
        </p:blipFill>
        <p:spPr bwMode="auto"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roup of People Doing Cheers · Free Stock Photo">
            <a:extLst>
              <a:ext uri="{FF2B5EF4-FFF2-40B4-BE49-F238E27FC236}">
                <a16:creationId xmlns:a16="http://schemas.microsoft.com/office/drawing/2014/main" id="{48355C4D-5278-A647-F531-3178D3F9D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43" b="1"/>
          <a:stretch>
            <a:fillRect/>
          </a:stretch>
        </p:blipFill>
        <p:spPr bwMode="auto"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57" name="Freeform: Shape 2056">
            <a:extLst>
              <a:ext uri="{FF2B5EF4-FFF2-40B4-BE49-F238E27FC236}">
                <a16:creationId xmlns:a16="http://schemas.microsoft.com/office/drawing/2014/main" id="{2FE0ABA9-CAF1-4816-837D-5F28AAA08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59" name="Freeform: Shape 2058">
            <a:extLst>
              <a:ext uri="{FF2B5EF4-FFF2-40B4-BE49-F238E27FC236}">
                <a16:creationId xmlns:a16="http://schemas.microsoft.com/office/drawing/2014/main" id="{BC8B9C14-70F0-4F42-85FF-0DD3D5A5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A1A99-E408-DA75-5693-03BCD5BC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Cooper Black" panose="0208090404030B020404" pitchFamily="18" charset="77"/>
              </a:rPr>
              <a:t>ADS SOCIAL EVENT</a:t>
            </a: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685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F6F47-2E1D-F622-1AE4-C8E4C8386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9455" y="2249424"/>
            <a:ext cx="3497759" cy="3922776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1700" dirty="0"/>
          </a:p>
          <a:p>
            <a:r>
              <a:rPr lang="en-US" sz="1700" dirty="0"/>
              <a:t>LOCATION: </a:t>
            </a:r>
            <a:r>
              <a:rPr lang="en-US" sz="17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Playground</a:t>
            </a:r>
            <a:endParaRPr lang="en-US" sz="1700" dirty="0"/>
          </a:p>
          <a:p>
            <a:r>
              <a:rPr lang="en-US" sz="1700" dirty="0"/>
              <a:t>DATE: TUESDAY SEPTEMBER 16 (13:00 - 17:00)</a:t>
            </a:r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r>
              <a:rPr lang="en-US" sz="1700" dirty="0"/>
              <a:t>Come by for a drink and a piece of Pizza, chat with your peers, instructors and play some board games</a:t>
            </a:r>
          </a:p>
          <a:p>
            <a:endParaRPr lang="en-US" sz="17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170C7F-C661-20FB-7574-85B13E10B7A5}"/>
              </a:ext>
            </a:extLst>
          </p:cNvPr>
          <p:cNvCxnSpPr/>
          <p:nvPr/>
        </p:nvCxnSpPr>
        <p:spPr>
          <a:xfrm>
            <a:off x="0" y="4029530"/>
            <a:ext cx="3808654" cy="0"/>
          </a:xfrm>
          <a:prstGeom prst="line">
            <a:avLst/>
          </a:prstGeom>
          <a:ln w="6350"/>
          <a:scene3d>
            <a:camera prst="obliqueBottom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9F59AE-52FA-5A84-76D3-D844A5D8ADE5}"/>
              </a:ext>
            </a:extLst>
          </p:cNvPr>
          <p:cNvCxnSpPr/>
          <p:nvPr/>
        </p:nvCxnSpPr>
        <p:spPr>
          <a:xfrm>
            <a:off x="-12855" y="2099739"/>
            <a:ext cx="3808654" cy="0"/>
          </a:xfrm>
          <a:prstGeom prst="line">
            <a:avLst/>
          </a:prstGeom>
          <a:ln w="6350"/>
          <a:scene3d>
            <a:camera prst="obliqueBottom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987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39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Cooper Black</vt:lpstr>
      <vt:lpstr>Office Theme</vt:lpstr>
      <vt:lpstr>ADS SOCIAL EVENT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Qahtan, A.A.A. (Hakim)</dc:creator>
  <cp:lastModifiedBy>Qahtan, A.A.A. (Hakim)</cp:lastModifiedBy>
  <cp:revision>1</cp:revision>
  <dcterms:created xsi:type="dcterms:W3CDTF">2025-09-02T08:22:34Z</dcterms:created>
  <dcterms:modified xsi:type="dcterms:W3CDTF">2025-09-02T08:52:02Z</dcterms:modified>
</cp:coreProperties>
</file>