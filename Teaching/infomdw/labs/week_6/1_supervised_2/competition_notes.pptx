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325" r:id="rId4"/>
  </p:sldIdLst>
  <p:sldSz cx="12192000" cy="6858000"/>
  <p:notesSz cx="7559675" cy="10691813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388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60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nl-NL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GB" sz="2400" b="0" strike="noStrike" spc="-1"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7222683-6DFA-4C3B-A511-2C8C3E38A1B4}" type="slidenum">
              <a:rPr lang="nl-NL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GB" sz="1200" b="0" strike="noStrike" spc="-1">
              <a:latin typeface="Calibri"/>
            </a:endParaRPr>
          </a:p>
        </p:txBody>
      </p:sp>
      <p:pic>
        <p:nvPicPr>
          <p:cNvPr id="3" name="Afbeelding 9"/>
          <p:cNvPicPr/>
          <p:nvPr/>
        </p:nvPicPr>
        <p:blipFill>
          <a:blip r:embed="rId14"/>
          <a:stretch/>
        </p:blipFill>
        <p:spPr>
          <a:xfrm>
            <a:off x="-271800" y="6069600"/>
            <a:ext cx="2624040" cy="1040760"/>
          </a:xfrm>
          <a:prstGeom prst="rect">
            <a:avLst/>
          </a:prstGeom>
          <a:ln>
            <a:noFill/>
          </a:ln>
        </p:spPr>
      </p:pic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nl-NL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level</a:t>
            </a:r>
            <a:endParaRPr lang="nl-NL" sz="24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level</a:t>
            </a:r>
            <a:endParaRPr lang="nl-NL" sz="20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level</a:t>
            </a:r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level</a:t>
            </a:r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GB" sz="2400" b="0" strike="noStrike" spc="-1"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E750C92-6ED6-48DD-8390-24E50FBBC894}" type="slidenum">
              <a:rPr lang="nl-NL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GB" sz="1200" b="0" strike="noStrike" spc="-1">
              <a:latin typeface="Calibri"/>
            </a:endParaRPr>
          </a:p>
        </p:txBody>
      </p:sp>
      <p:pic>
        <p:nvPicPr>
          <p:cNvPr id="45" name="Afbeelding 9"/>
          <p:cNvPicPr/>
          <p:nvPr/>
        </p:nvPicPr>
        <p:blipFill>
          <a:blip r:embed="rId14"/>
          <a:stretch/>
        </p:blipFill>
        <p:spPr>
          <a:xfrm>
            <a:off x="-271800" y="6069600"/>
            <a:ext cx="2624040" cy="1040760"/>
          </a:xfrm>
          <a:prstGeom prst="rect">
            <a:avLst/>
          </a:prstGeom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stomShape 2"/>
          <p:cNvSpPr/>
          <p:nvPr/>
        </p:nvSpPr>
        <p:spPr>
          <a:xfrm>
            <a:off x="2407680" y="5754960"/>
            <a:ext cx="7376760" cy="86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Department of Methodology &amp; Statistics</a:t>
            </a:r>
            <a:endParaRPr lang="en-GB" sz="2000" b="0" strike="noStrike" spc="-1" dirty="0"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Utrecht University</a:t>
            </a:r>
            <a:endParaRPr lang="en-GB" sz="2000" b="0" strike="noStrike" spc="-1" dirty="0">
              <a:latin typeface="Calibri"/>
            </a:endParaRPr>
          </a:p>
        </p:txBody>
      </p:sp>
      <p:sp>
        <p:nvSpPr>
          <p:cNvPr id="84" name="CustomShape 3"/>
          <p:cNvSpPr/>
          <p:nvPr/>
        </p:nvSpPr>
        <p:spPr>
          <a:xfrm>
            <a:off x="620640" y="1342080"/>
            <a:ext cx="11307960" cy="236016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0000"/>
                </a:solidFill>
                <a:latin typeface="Times New Roman"/>
              </a:rPr>
              <a:t>Data Wrangling and Data Analysis</a:t>
            </a:r>
            <a:endParaRPr lang="en-GB" sz="3600" b="0" strike="noStrike" spc="-1" dirty="0">
              <a:latin typeface="Calibri"/>
            </a:endParaRPr>
          </a:p>
          <a:p>
            <a:pPr algn="ctr"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0000"/>
                </a:solidFill>
                <a:latin typeface="Times New Roman"/>
              </a:rPr>
              <a:t>Week 6 practical 1: competition notes</a:t>
            </a:r>
            <a:endParaRPr lang="en-GB" sz="3600" b="0" strike="noStrike" spc="-1" dirty="0">
              <a:latin typeface="Calibri"/>
            </a:endParaRPr>
          </a:p>
        </p:txBody>
      </p:sp>
      <p:sp>
        <p:nvSpPr>
          <p:cNvPr id="85" name="CustomShape 4"/>
          <p:cNvSpPr/>
          <p:nvPr/>
        </p:nvSpPr>
        <p:spPr>
          <a:xfrm>
            <a:off x="2897280" y="3702960"/>
            <a:ext cx="6400440" cy="119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GB" sz="4400" strike="noStrike" spc="-1" dirty="0">
                <a:solidFill>
                  <a:srgbClr val="000000"/>
                </a:solidFill>
                <a:latin typeface="+mj-lt"/>
              </a:rPr>
              <a:t>Today we will start a </a:t>
            </a:r>
            <a:r>
              <a:rPr lang="en-GB" sz="4400" b="1" strike="noStrike" spc="-1" dirty="0">
                <a:solidFill>
                  <a:schemeClr val="accent1"/>
                </a:solidFill>
                <a:latin typeface="+mj-lt"/>
              </a:rPr>
              <a:t>competition</a:t>
            </a:r>
            <a:endParaRPr lang="nl-NL" sz="4400" b="1" strike="noStrike" spc="-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582651" y="169020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You are working in your regular team</a:t>
            </a: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Sit together during the practical</a:t>
            </a: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endParaRPr lang="en-US" sz="2800" b="0" strike="noStrike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Why teamwork? 99% of </a:t>
            </a:r>
            <a:r>
              <a:rPr lang="en-US" sz="2800" b="1" strike="noStrike" spc="-1" dirty="0">
                <a:solidFill>
                  <a:schemeClr val="accent1"/>
                </a:solidFill>
                <a:latin typeface="+mj-lt"/>
                <a:cs typeface="Calibri" panose="020F0502020204030204" pitchFamily="34" charset="0"/>
              </a:rPr>
              <a:t>real data science </a:t>
            </a:r>
            <a:r>
              <a:rPr lang="en-US" sz="2800" strike="noStrike" spc="-1" dirty="0">
                <a:latin typeface="+mj-lt"/>
                <a:cs typeface="Calibri" panose="020F0502020204030204" pitchFamily="34" charset="0"/>
              </a:rPr>
              <a:t>is teamwork.</a:t>
            </a:r>
            <a:endParaRPr lang="en-US" sz="2800" b="0" strike="noStrike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endParaRPr lang="en-US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The competition is also your </a:t>
            </a:r>
            <a:r>
              <a:rPr lang="en-US" sz="2800" b="1" strike="noStrike" spc="-1" dirty="0">
                <a:solidFill>
                  <a:schemeClr val="accent1"/>
                </a:solidFill>
                <a:latin typeface="+mj-lt"/>
                <a:cs typeface="Calibri" panose="020F0502020204030204" pitchFamily="34" charset="0"/>
              </a:rPr>
              <a:t>assignment 3</a:t>
            </a:r>
            <a:r>
              <a:rPr lang="en-US" sz="2800" b="0" strike="noStrike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!</a:t>
            </a: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Submit it on </a:t>
            </a:r>
            <a:r>
              <a:rPr lang="en-US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BrightSpace</a:t>
            </a:r>
            <a:endParaRPr lang="en-US" sz="2800" b="0" strike="noStrike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Deadline: Monday 21 October at 10:00AM</a:t>
            </a:r>
            <a:endParaRPr lang="en-US" sz="2800" b="0" strike="noStrike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endParaRPr lang="en-US" sz="2800" b="0" strike="noStrike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846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68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Kesteren, E. van (Erik-Jan)</dc:creator>
  <dc:description/>
  <cp:lastModifiedBy>Bagheri, A. (Ayoub)</cp:lastModifiedBy>
  <cp:revision>47</cp:revision>
  <dcterms:created xsi:type="dcterms:W3CDTF">2020-03-31T13:53:26Z</dcterms:created>
  <dcterms:modified xsi:type="dcterms:W3CDTF">2024-10-01T10:23:29Z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52</vt:i4>
  </property>
</Properties>
</file>