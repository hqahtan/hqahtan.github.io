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3"/>
  </p:notesMasterIdLst>
  <p:sldIdLst>
    <p:sldId id="256" r:id="rId5"/>
    <p:sldId id="313" r:id="rId6"/>
    <p:sldId id="2283" r:id="rId7"/>
    <p:sldId id="262" r:id="rId8"/>
    <p:sldId id="259" r:id="rId9"/>
    <p:sldId id="320" r:id="rId10"/>
    <p:sldId id="321" r:id="rId11"/>
    <p:sldId id="267" r:id="rId12"/>
    <p:sldId id="268" r:id="rId13"/>
    <p:sldId id="301" r:id="rId14"/>
    <p:sldId id="302" r:id="rId15"/>
    <p:sldId id="270" r:id="rId16"/>
    <p:sldId id="305" r:id="rId17"/>
    <p:sldId id="306" r:id="rId18"/>
    <p:sldId id="307" r:id="rId19"/>
    <p:sldId id="310" r:id="rId20"/>
    <p:sldId id="311" r:id="rId21"/>
    <p:sldId id="308" r:id="rId22"/>
    <p:sldId id="312" r:id="rId23"/>
    <p:sldId id="314" r:id="rId24"/>
    <p:sldId id="315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80" r:id="rId34"/>
    <p:sldId id="279" r:id="rId35"/>
    <p:sldId id="282" r:id="rId36"/>
    <p:sldId id="317" r:id="rId37"/>
    <p:sldId id="319" r:id="rId38"/>
    <p:sldId id="281" r:id="rId39"/>
    <p:sldId id="318" r:id="rId40"/>
    <p:sldId id="316" r:id="rId41"/>
    <p:sldId id="303" r:id="rId42"/>
    <p:sldId id="304" r:id="rId43"/>
    <p:sldId id="283" r:id="rId44"/>
    <p:sldId id="284" r:id="rId45"/>
    <p:sldId id="285" r:id="rId46"/>
    <p:sldId id="286" r:id="rId47"/>
    <p:sldId id="287" r:id="rId48"/>
    <p:sldId id="288" r:id="rId49"/>
    <p:sldId id="290" r:id="rId50"/>
    <p:sldId id="289" r:id="rId51"/>
    <p:sldId id="291" r:id="rId52"/>
    <p:sldId id="293" r:id="rId53"/>
    <p:sldId id="292" r:id="rId54"/>
    <p:sldId id="294" r:id="rId55"/>
    <p:sldId id="295" r:id="rId56"/>
    <p:sldId id="296" r:id="rId57"/>
    <p:sldId id="298" r:id="rId58"/>
    <p:sldId id="299" r:id="rId59"/>
    <p:sldId id="309" r:id="rId60"/>
    <p:sldId id="300" r:id="rId61"/>
    <p:sldId id="297" r:id="rId6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ahtan, A.A.A. (Hakim)" userId="2e0f559b-8f84-4ffd-87e2-eac7fe92b5e6" providerId="ADAL" clId="{32F78CF9-B8F0-41A0-B9B2-241530D462B3}"/>
    <pc:docChg chg="undo custSel modSld">
      <pc:chgData name="Qahtan, A.A.A. (Hakim)" userId="2e0f559b-8f84-4ffd-87e2-eac7fe92b5e6" providerId="ADAL" clId="{32F78CF9-B8F0-41A0-B9B2-241530D462B3}" dt="2020-03-05T11:16:43.941" v="195" actId="20577"/>
      <pc:docMkLst>
        <pc:docMk/>
      </pc:docMkLst>
      <pc:sldChg chg="addSp delSp modSp">
        <pc:chgData name="Qahtan, A.A.A. (Hakim)" userId="2e0f559b-8f84-4ffd-87e2-eac7fe92b5e6" providerId="ADAL" clId="{32F78CF9-B8F0-41A0-B9B2-241530D462B3}" dt="2020-03-03T16:40:17.813" v="188" actId="255"/>
        <pc:sldMkLst>
          <pc:docMk/>
          <pc:sldMk cId="3167571700" sldId="339"/>
        </pc:sldMkLst>
        <pc:spChg chg="mod">
          <ac:chgData name="Qahtan, A.A.A. (Hakim)" userId="2e0f559b-8f84-4ffd-87e2-eac7fe92b5e6" providerId="ADAL" clId="{32F78CF9-B8F0-41A0-B9B2-241530D462B3}" dt="2020-03-03T16:39:43.332" v="183" actId="1076"/>
          <ac:spMkLst>
            <pc:docMk/>
            <pc:sldMk cId="3167571700" sldId="339"/>
            <ac:spMk id="3" creationId="{5FFCBC60-6325-40A1-BF47-0797A6747B94}"/>
          </ac:spMkLst>
        </pc:spChg>
        <pc:spChg chg="mod">
          <ac:chgData name="Qahtan, A.A.A. (Hakim)" userId="2e0f559b-8f84-4ffd-87e2-eac7fe92b5e6" providerId="ADAL" clId="{32F78CF9-B8F0-41A0-B9B2-241530D462B3}" dt="2020-03-03T16:40:17.813" v="188" actId="255"/>
          <ac:spMkLst>
            <pc:docMk/>
            <pc:sldMk cId="3167571700" sldId="339"/>
            <ac:spMk id="11" creationId="{C45A49BA-F1EE-4748-AA1D-3967F9097D38}"/>
          </ac:spMkLst>
        </pc:spChg>
        <pc:graphicFrameChg chg="mod">
          <ac:chgData name="Qahtan, A.A.A. (Hakim)" userId="2e0f559b-8f84-4ffd-87e2-eac7fe92b5e6" providerId="ADAL" clId="{32F78CF9-B8F0-41A0-B9B2-241530D462B3}" dt="2020-03-03T16:39:54.412" v="185" actId="1076"/>
          <ac:graphicFrameMkLst>
            <pc:docMk/>
            <pc:sldMk cId="3167571700" sldId="339"/>
            <ac:graphicFrameMk id="4" creationId="{9C32F616-1AA6-4A8F-AC4C-43472169C270}"/>
          </ac:graphicFrameMkLst>
        </pc:graphicFrameChg>
        <pc:graphicFrameChg chg="add del mod modGraphic">
          <ac:chgData name="Qahtan, A.A.A. (Hakim)" userId="2e0f559b-8f84-4ffd-87e2-eac7fe92b5e6" providerId="ADAL" clId="{32F78CF9-B8F0-41A0-B9B2-241530D462B3}" dt="2020-03-03T16:39:43.332" v="183" actId="1076"/>
          <ac:graphicFrameMkLst>
            <pc:docMk/>
            <pc:sldMk cId="3167571700" sldId="339"/>
            <ac:graphicFrameMk id="5" creationId="{7E9D1951-3CAE-4544-9DF3-230361767512}"/>
          </ac:graphicFrameMkLst>
        </pc:graphicFrameChg>
      </pc:sldChg>
      <pc:sldChg chg="modSp">
        <pc:chgData name="Qahtan, A.A.A. (Hakim)" userId="2e0f559b-8f84-4ffd-87e2-eac7fe92b5e6" providerId="ADAL" clId="{32F78CF9-B8F0-41A0-B9B2-241530D462B3}" dt="2020-03-05T11:16:43.941" v="195" actId="20577"/>
        <pc:sldMkLst>
          <pc:docMk/>
          <pc:sldMk cId="1503045470" sldId="361"/>
        </pc:sldMkLst>
        <pc:spChg chg="mod">
          <ac:chgData name="Qahtan, A.A.A. (Hakim)" userId="2e0f559b-8f84-4ffd-87e2-eac7fe92b5e6" providerId="ADAL" clId="{32F78CF9-B8F0-41A0-B9B2-241530D462B3}" dt="2020-03-05T11:16:43.941" v="195" actId="20577"/>
          <ac:spMkLst>
            <pc:docMk/>
            <pc:sldMk cId="1503045470" sldId="361"/>
            <ac:spMk id="8" creationId="{655E64D2-DAA6-4754-8E8C-AF07E4449C80}"/>
          </ac:spMkLst>
        </pc:spChg>
      </pc:sldChg>
    </pc:docChg>
  </pc:docChgLst>
  <pc:docChgLst>
    <pc:chgData name="Qahtan, A.A.A. (Hakim)" userId="2e0f559b-8f84-4ffd-87e2-eac7fe92b5e6" providerId="ADAL" clId="{6E9D1478-BB00-428C-9801-AEDB4433F89F}"/>
    <pc:docChg chg="undo custSel mod addSld delSld modSld sldOrd">
      <pc:chgData name="Qahtan, A.A.A. (Hakim)" userId="2e0f559b-8f84-4ffd-87e2-eac7fe92b5e6" providerId="ADAL" clId="{6E9D1478-BB00-428C-9801-AEDB4433F89F}" dt="2020-02-25T08:53:19.013" v="17974" actId="20577"/>
      <pc:docMkLst>
        <pc:docMk/>
      </pc:docMkLst>
      <pc:sldChg chg="addSp delSp modSp">
        <pc:chgData name="Qahtan, A.A.A. (Hakim)" userId="2e0f559b-8f84-4ffd-87e2-eac7fe92b5e6" providerId="ADAL" clId="{6E9D1478-BB00-428C-9801-AEDB4433F89F}" dt="2020-02-17T10:13:34.605" v="1699" actId="108"/>
        <pc:sldMkLst>
          <pc:docMk/>
          <pc:sldMk cId="1715568721" sldId="256"/>
        </pc:sldMkLst>
        <pc:spChg chg="del">
          <ac:chgData name="Qahtan, A.A.A. (Hakim)" userId="2e0f559b-8f84-4ffd-87e2-eac7fe92b5e6" providerId="ADAL" clId="{6E9D1478-BB00-428C-9801-AEDB4433F89F}" dt="2020-02-17T08:49:06.737" v="0" actId="478"/>
          <ac:spMkLst>
            <pc:docMk/>
            <pc:sldMk cId="1715568721" sldId="256"/>
            <ac:spMk id="2" creationId="{EB10328F-0C92-4457-B109-590528C05E8A}"/>
          </ac:spMkLst>
        </pc:spChg>
        <pc:spChg chg="del">
          <ac:chgData name="Qahtan, A.A.A. (Hakim)" userId="2e0f559b-8f84-4ffd-87e2-eac7fe92b5e6" providerId="ADAL" clId="{6E9D1478-BB00-428C-9801-AEDB4433F89F}" dt="2020-02-17T08:49:08.589" v="1" actId="478"/>
          <ac:spMkLst>
            <pc:docMk/>
            <pc:sldMk cId="1715568721" sldId="256"/>
            <ac:spMk id="3" creationId="{22B1586B-6433-449E-B8D2-66E813047BC1}"/>
          </ac:spMkLst>
        </pc:spChg>
        <pc:spChg chg="add mod">
          <ac:chgData name="Qahtan, A.A.A. (Hakim)" userId="2e0f559b-8f84-4ffd-87e2-eac7fe92b5e6" providerId="ADAL" clId="{6E9D1478-BB00-428C-9801-AEDB4433F89F}" dt="2020-02-17T08:50:03.635" v="10" actId="113"/>
          <ac:spMkLst>
            <pc:docMk/>
            <pc:sldMk cId="1715568721" sldId="256"/>
            <ac:spMk id="4" creationId="{67D5AF9D-B0DC-43A3-AAC6-1547D97B9220}"/>
          </ac:spMkLst>
        </pc:spChg>
        <pc:spChg chg="add mod">
          <ac:chgData name="Qahtan, A.A.A. (Hakim)" userId="2e0f559b-8f84-4ffd-87e2-eac7fe92b5e6" providerId="ADAL" clId="{6E9D1478-BB00-428C-9801-AEDB4433F89F}" dt="2020-02-17T08:50:38.228" v="22" actId="14100"/>
          <ac:spMkLst>
            <pc:docMk/>
            <pc:sldMk cId="1715568721" sldId="256"/>
            <ac:spMk id="5" creationId="{A0C7FD2C-79F4-4035-B87B-567FCDEE550A}"/>
          </ac:spMkLst>
        </pc:spChg>
        <pc:spChg chg="add mod">
          <ac:chgData name="Qahtan, A.A.A. (Hakim)" userId="2e0f559b-8f84-4ffd-87e2-eac7fe92b5e6" providerId="ADAL" clId="{6E9D1478-BB00-428C-9801-AEDB4433F89F}" dt="2020-02-17T10:13:34.605" v="1699" actId="108"/>
          <ac:spMkLst>
            <pc:docMk/>
            <pc:sldMk cId="1715568721" sldId="256"/>
            <ac:spMk id="6" creationId="{B95150EB-C963-4057-9C23-EDF2C9EC6773}"/>
          </ac:spMkLst>
        </pc:spChg>
        <pc:spChg chg="add mod">
          <ac:chgData name="Qahtan, A.A.A. (Hakim)" userId="2e0f559b-8f84-4ffd-87e2-eac7fe92b5e6" providerId="ADAL" clId="{6E9D1478-BB00-428C-9801-AEDB4433F89F}" dt="2020-02-17T10:13:20.159" v="1695"/>
          <ac:spMkLst>
            <pc:docMk/>
            <pc:sldMk cId="1715568721" sldId="256"/>
            <ac:spMk id="7" creationId="{EA95B730-DEB8-45EC-95F6-9E624B67ABF0}"/>
          </ac:spMkLst>
        </pc:spChg>
      </pc:sldChg>
      <pc:sldChg chg="modSp add">
        <pc:chgData name="Qahtan, A.A.A. (Hakim)" userId="2e0f559b-8f84-4ffd-87e2-eac7fe92b5e6" providerId="ADAL" clId="{6E9D1478-BB00-428C-9801-AEDB4433F89F}" dt="2020-02-17T10:12:51.736" v="1692" actId="14100"/>
        <pc:sldMkLst>
          <pc:docMk/>
          <pc:sldMk cId="4206597098" sldId="257"/>
        </pc:sldMkLst>
        <pc:spChg chg="mod">
          <ac:chgData name="Qahtan, A.A.A. (Hakim)" userId="2e0f559b-8f84-4ffd-87e2-eac7fe92b5e6" providerId="ADAL" clId="{6E9D1478-BB00-428C-9801-AEDB4433F89F}" dt="2020-02-17T10:12:51.736" v="1692" actId="14100"/>
          <ac:spMkLst>
            <pc:docMk/>
            <pc:sldMk cId="4206597098" sldId="257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08:52:45.152" v="117" actId="14100"/>
          <ac:spMkLst>
            <pc:docMk/>
            <pc:sldMk cId="4206597098" sldId="257"/>
            <ac:spMk id="3" creationId="{C1825166-E312-42E3-86E9-D4580053EAA4}"/>
          </ac:spMkLst>
        </pc:spChg>
      </pc:sldChg>
      <pc:sldChg chg="modSp add">
        <pc:chgData name="Qahtan, A.A.A. (Hakim)" userId="2e0f559b-8f84-4ffd-87e2-eac7fe92b5e6" providerId="ADAL" clId="{6E9D1478-BB00-428C-9801-AEDB4433F89F}" dt="2020-02-17T10:12:45.716" v="1691" actId="14100"/>
        <pc:sldMkLst>
          <pc:docMk/>
          <pc:sldMk cId="1016901245" sldId="258"/>
        </pc:sldMkLst>
        <pc:spChg chg="mod">
          <ac:chgData name="Qahtan, A.A.A. (Hakim)" userId="2e0f559b-8f84-4ffd-87e2-eac7fe92b5e6" providerId="ADAL" clId="{6E9D1478-BB00-428C-9801-AEDB4433F89F}" dt="2020-02-17T10:12:45.716" v="1691" actId="14100"/>
          <ac:spMkLst>
            <pc:docMk/>
            <pc:sldMk cId="1016901245" sldId="258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08:56:04.785" v="144" actId="20577"/>
          <ac:spMkLst>
            <pc:docMk/>
            <pc:sldMk cId="1016901245" sldId="258"/>
            <ac:spMk id="3" creationId="{C1825166-E312-42E3-86E9-D4580053EAA4}"/>
          </ac:spMkLst>
        </pc:spChg>
      </pc:sldChg>
      <pc:sldChg chg="modSp add">
        <pc:chgData name="Qahtan, A.A.A. (Hakim)" userId="2e0f559b-8f84-4ffd-87e2-eac7fe92b5e6" providerId="ADAL" clId="{6E9D1478-BB00-428C-9801-AEDB4433F89F}" dt="2020-02-17T10:12:40.212" v="1690" actId="14100"/>
        <pc:sldMkLst>
          <pc:docMk/>
          <pc:sldMk cId="2666608328" sldId="259"/>
        </pc:sldMkLst>
        <pc:spChg chg="mod">
          <ac:chgData name="Qahtan, A.A.A. (Hakim)" userId="2e0f559b-8f84-4ffd-87e2-eac7fe92b5e6" providerId="ADAL" clId="{6E9D1478-BB00-428C-9801-AEDB4433F89F}" dt="2020-02-17T10:12:40.212" v="1690" actId="14100"/>
          <ac:spMkLst>
            <pc:docMk/>
            <pc:sldMk cId="2666608328" sldId="259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08:59:36.939" v="211" actId="20577"/>
          <ac:spMkLst>
            <pc:docMk/>
            <pc:sldMk cId="2666608328" sldId="259"/>
            <ac:spMk id="3" creationId="{C1825166-E312-42E3-86E9-D4580053EAA4}"/>
          </ac:spMkLst>
        </pc:spChg>
      </pc:sldChg>
      <pc:sldChg chg="addSp delSp modSp add">
        <pc:chgData name="Qahtan, A.A.A. (Hakim)" userId="2e0f559b-8f84-4ffd-87e2-eac7fe92b5e6" providerId="ADAL" clId="{6E9D1478-BB00-428C-9801-AEDB4433F89F}" dt="2020-02-17T10:12:35.490" v="1689" actId="14100"/>
        <pc:sldMkLst>
          <pc:docMk/>
          <pc:sldMk cId="4012938467" sldId="260"/>
        </pc:sldMkLst>
        <pc:spChg chg="mod">
          <ac:chgData name="Qahtan, A.A.A. (Hakim)" userId="2e0f559b-8f84-4ffd-87e2-eac7fe92b5e6" providerId="ADAL" clId="{6E9D1478-BB00-428C-9801-AEDB4433F89F}" dt="2020-02-17T10:12:35.490" v="1689" actId="14100"/>
          <ac:spMkLst>
            <pc:docMk/>
            <pc:sldMk cId="4012938467" sldId="260"/>
            <ac:spMk id="2" creationId="{285AF5F2-267A-4A6E-AAB7-2C088BAE714C}"/>
          </ac:spMkLst>
        </pc:spChg>
        <pc:spChg chg="del mod">
          <ac:chgData name="Qahtan, A.A.A. (Hakim)" userId="2e0f559b-8f84-4ffd-87e2-eac7fe92b5e6" providerId="ADAL" clId="{6E9D1478-BB00-428C-9801-AEDB4433F89F}" dt="2020-02-17T09:02:55.126" v="227" actId="478"/>
          <ac:spMkLst>
            <pc:docMk/>
            <pc:sldMk cId="4012938467" sldId="260"/>
            <ac:spMk id="3" creationId="{C1825166-E312-42E3-86E9-D4580053EAA4}"/>
          </ac:spMkLst>
        </pc:spChg>
        <pc:spChg chg="add del mod">
          <ac:chgData name="Qahtan, A.A.A. (Hakim)" userId="2e0f559b-8f84-4ffd-87e2-eac7fe92b5e6" providerId="ADAL" clId="{6E9D1478-BB00-428C-9801-AEDB4433F89F}" dt="2020-02-17T09:02:56.955" v="228" actId="478"/>
          <ac:spMkLst>
            <pc:docMk/>
            <pc:sldMk cId="4012938467" sldId="260"/>
            <ac:spMk id="5" creationId="{CE2CF78E-1499-4CDD-BA7B-8094C5D597E2}"/>
          </ac:spMkLst>
        </pc:spChg>
        <pc:graphicFrameChg chg="add mod modGraphic">
          <ac:chgData name="Qahtan, A.A.A. (Hakim)" userId="2e0f559b-8f84-4ffd-87e2-eac7fe92b5e6" providerId="ADAL" clId="{6E9D1478-BB00-428C-9801-AEDB4433F89F}" dt="2020-02-17T09:05:55.789" v="266" actId="255"/>
          <ac:graphicFrameMkLst>
            <pc:docMk/>
            <pc:sldMk cId="4012938467" sldId="260"/>
            <ac:graphicFrameMk id="6" creationId="{092BF0B1-135E-4321-B58E-CF0D74C203F5}"/>
          </ac:graphicFrameMkLst>
        </pc:graphicFrameChg>
      </pc:sldChg>
      <pc:sldChg chg="modSp add">
        <pc:chgData name="Qahtan, A.A.A. (Hakim)" userId="2e0f559b-8f84-4ffd-87e2-eac7fe92b5e6" providerId="ADAL" clId="{6E9D1478-BB00-428C-9801-AEDB4433F89F}" dt="2020-02-17T10:12:30.658" v="1688" actId="14100"/>
        <pc:sldMkLst>
          <pc:docMk/>
          <pc:sldMk cId="2658942175" sldId="261"/>
        </pc:sldMkLst>
        <pc:spChg chg="mod">
          <ac:chgData name="Qahtan, A.A.A. (Hakim)" userId="2e0f559b-8f84-4ffd-87e2-eac7fe92b5e6" providerId="ADAL" clId="{6E9D1478-BB00-428C-9801-AEDB4433F89F}" dt="2020-02-17T10:12:30.658" v="1688" actId="14100"/>
          <ac:spMkLst>
            <pc:docMk/>
            <pc:sldMk cId="2658942175" sldId="261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09:07:20.040" v="286"/>
          <ac:spMkLst>
            <pc:docMk/>
            <pc:sldMk cId="2658942175" sldId="261"/>
            <ac:spMk id="3" creationId="{C1825166-E312-42E3-86E9-D4580053EAA4}"/>
          </ac:spMkLst>
        </pc:spChg>
      </pc:sldChg>
      <pc:sldChg chg="modSp add">
        <pc:chgData name="Qahtan, A.A.A. (Hakim)" userId="2e0f559b-8f84-4ffd-87e2-eac7fe92b5e6" providerId="ADAL" clId="{6E9D1478-BB00-428C-9801-AEDB4433F89F}" dt="2020-02-17T10:12:26.450" v="1687" actId="14100"/>
        <pc:sldMkLst>
          <pc:docMk/>
          <pc:sldMk cId="507035026" sldId="262"/>
        </pc:sldMkLst>
        <pc:spChg chg="mod">
          <ac:chgData name="Qahtan, A.A.A. (Hakim)" userId="2e0f559b-8f84-4ffd-87e2-eac7fe92b5e6" providerId="ADAL" clId="{6E9D1478-BB00-428C-9801-AEDB4433F89F}" dt="2020-02-17T10:12:26.450" v="1687" actId="14100"/>
          <ac:spMkLst>
            <pc:docMk/>
            <pc:sldMk cId="507035026" sldId="262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09:11:10.782" v="310"/>
          <ac:spMkLst>
            <pc:docMk/>
            <pc:sldMk cId="507035026" sldId="262"/>
            <ac:spMk id="3" creationId="{C1825166-E312-42E3-86E9-D4580053EAA4}"/>
          </ac:spMkLst>
        </pc:spChg>
      </pc:sldChg>
      <pc:sldChg chg="modSp add">
        <pc:chgData name="Qahtan, A.A.A. (Hakim)" userId="2e0f559b-8f84-4ffd-87e2-eac7fe92b5e6" providerId="ADAL" clId="{6E9D1478-BB00-428C-9801-AEDB4433F89F}" dt="2020-02-17T10:12:18.660" v="1685" actId="14100"/>
        <pc:sldMkLst>
          <pc:docMk/>
          <pc:sldMk cId="2898936149" sldId="263"/>
        </pc:sldMkLst>
        <pc:spChg chg="mod">
          <ac:chgData name="Qahtan, A.A.A. (Hakim)" userId="2e0f559b-8f84-4ffd-87e2-eac7fe92b5e6" providerId="ADAL" clId="{6E9D1478-BB00-428C-9801-AEDB4433F89F}" dt="2020-02-17T10:12:18.660" v="1685" actId="14100"/>
          <ac:spMkLst>
            <pc:docMk/>
            <pc:sldMk cId="2898936149" sldId="263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09:13:33.303" v="343" actId="20577"/>
          <ac:spMkLst>
            <pc:docMk/>
            <pc:sldMk cId="2898936149" sldId="263"/>
            <ac:spMk id="3" creationId="{C1825166-E312-42E3-86E9-D4580053EAA4}"/>
          </ac:spMkLst>
        </pc:spChg>
      </pc:sldChg>
      <pc:sldChg chg="modSp add">
        <pc:chgData name="Qahtan, A.A.A. (Hakim)" userId="2e0f559b-8f84-4ffd-87e2-eac7fe92b5e6" providerId="ADAL" clId="{6E9D1478-BB00-428C-9801-AEDB4433F89F}" dt="2020-02-17T10:12:12.910" v="1684" actId="14100"/>
        <pc:sldMkLst>
          <pc:docMk/>
          <pc:sldMk cId="1218226864" sldId="264"/>
        </pc:sldMkLst>
        <pc:spChg chg="mod">
          <ac:chgData name="Qahtan, A.A.A. (Hakim)" userId="2e0f559b-8f84-4ffd-87e2-eac7fe92b5e6" providerId="ADAL" clId="{6E9D1478-BB00-428C-9801-AEDB4433F89F}" dt="2020-02-17T10:12:12.910" v="1684" actId="14100"/>
          <ac:spMkLst>
            <pc:docMk/>
            <pc:sldMk cId="1218226864" sldId="264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09:20:04.383" v="446" actId="20577"/>
          <ac:spMkLst>
            <pc:docMk/>
            <pc:sldMk cId="1218226864" sldId="264"/>
            <ac:spMk id="3" creationId="{C1825166-E312-42E3-86E9-D4580053EAA4}"/>
          </ac:spMkLst>
        </pc:spChg>
      </pc:sldChg>
      <pc:sldChg chg="addSp modSp add">
        <pc:chgData name="Qahtan, A.A.A. (Hakim)" userId="2e0f559b-8f84-4ffd-87e2-eac7fe92b5e6" providerId="ADAL" clId="{6E9D1478-BB00-428C-9801-AEDB4433F89F}" dt="2020-02-17T10:12:07.609" v="1683" actId="14100"/>
        <pc:sldMkLst>
          <pc:docMk/>
          <pc:sldMk cId="1479202834" sldId="265"/>
        </pc:sldMkLst>
        <pc:spChg chg="mod">
          <ac:chgData name="Qahtan, A.A.A. (Hakim)" userId="2e0f559b-8f84-4ffd-87e2-eac7fe92b5e6" providerId="ADAL" clId="{6E9D1478-BB00-428C-9801-AEDB4433F89F}" dt="2020-02-17T10:12:07.609" v="1683" actId="14100"/>
          <ac:spMkLst>
            <pc:docMk/>
            <pc:sldMk cId="1479202834" sldId="265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09:21:01.654" v="453" actId="14100"/>
          <ac:spMkLst>
            <pc:docMk/>
            <pc:sldMk cId="1479202834" sldId="265"/>
            <ac:spMk id="3" creationId="{C1825166-E312-42E3-86E9-D4580053EAA4}"/>
          </ac:spMkLst>
        </pc:spChg>
        <pc:spChg chg="add mod">
          <ac:chgData name="Qahtan, A.A.A. (Hakim)" userId="2e0f559b-8f84-4ffd-87e2-eac7fe92b5e6" providerId="ADAL" clId="{6E9D1478-BB00-428C-9801-AEDB4433F89F}" dt="2020-02-17T09:21:22.558" v="457" actId="255"/>
          <ac:spMkLst>
            <pc:docMk/>
            <pc:sldMk cId="1479202834" sldId="265"/>
            <ac:spMk id="4" creationId="{B5B5EC55-0423-440F-A809-1F8BF414B27E}"/>
          </ac:spMkLst>
        </pc:spChg>
      </pc:sldChg>
      <pc:sldChg chg="delSp modSp add">
        <pc:chgData name="Qahtan, A.A.A. (Hakim)" userId="2e0f559b-8f84-4ffd-87e2-eac7fe92b5e6" providerId="ADAL" clId="{6E9D1478-BB00-428C-9801-AEDB4433F89F}" dt="2020-02-17T11:02:20.822" v="2211" actId="113"/>
        <pc:sldMkLst>
          <pc:docMk/>
          <pc:sldMk cId="2632125791" sldId="266"/>
        </pc:sldMkLst>
        <pc:spChg chg="mod">
          <ac:chgData name="Qahtan, A.A.A. (Hakim)" userId="2e0f559b-8f84-4ffd-87e2-eac7fe92b5e6" providerId="ADAL" clId="{6E9D1478-BB00-428C-9801-AEDB4433F89F}" dt="2020-02-17T10:11:53.240" v="1680" actId="14100"/>
          <ac:spMkLst>
            <pc:docMk/>
            <pc:sldMk cId="2632125791" sldId="266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11:02:20.822" v="2211" actId="113"/>
          <ac:spMkLst>
            <pc:docMk/>
            <pc:sldMk cId="2632125791" sldId="266"/>
            <ac:spMk id="3" creationId="{C1825166-E312-42E3-86E9-D4580053EAA4}"/>
          </ac:spMkLst>
        </pc:spChg>
        <pc:spChg chg="del">
          <ac:chgData name="Qahtan, A.A.A. (Hakim)" userId="2e0f559b-8f84-4ffd-87e2-eac7fe92b5e6" providerId="ADAL" clId="{6E9D1478-BB00-428C-9801-AEDB4433F89F}" dt="2020-02-17T09:23:25.448" v="504" actId="478"/>
          <ac:spMkLst>
            <pc:docMk/>
            <pc:sldMk cId="2632125791" sldId="266"/>
            <ac:spMk id="4" creationId="{B5B5EC55-0423-440F-A809-1F8BF414B27E}"/>
          </ac:spMkLst>
        </pc:spChg>
      </pc:sldChg>
      <pc:sldChg chg="addSp modSp add">
        <pc:chgData name="Qahtan, A.A.A. (Hakim)" userId="2e0f559b-8f84-4ffd-87e2-eac7fe92b5e6" providerId="ADAL" clId="{6E9D1478-BB00-428C-9801-AEDB4433F89F}" dt="2020-02-17T10:11:49.185" v="1679" actId="14100"/>
        <pc:sldMkLst>
          <pc:docMk/>
          <pc:sldMk cId="1915160459" sldId="267"/>
        </pc:sldMkLst>
        <pc:spChg chg="mod">
          <ac:chgData name="Qahtan, A.A.A. (Hakim)" userId="2e0f559b-8f84-4ffd-87e2-eac7fe92b5e6" providerId="ADAL" clId="{6E9D1478-BB00-428C-9801-AEDB4433F89F}" dt="2020-02-17T10:11:49.185" v="1679" actId="14100"/>
          <ac:spMkLst>
            <pc:docMk/>
            <pc:sldMk cId="1915160459" sldId="267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09:26:03.515" v="576" actId="14100"/>
          <ac:spMkLst>
            <pc:docMk/>
            <pc:sldMk cId="1915160459" sldId="267"/>
            <ac:spMk id="3" creationId="{C1825166-E312-42E3-86E9-D4580053EAA4}"/>
          </ac:spMkLst>
        </pc:spChg>
        <pc:spChg chg="add mod">
          <ac:chgData name="Qahtan, A.A.A. (Hakim)" userId="2e0f559b-8f84-4ffd-87e2-eac7fe92b5e6" providerId="ADAL" clId="{6E9D1478-BB00-428C-9801-AEDB4433F89F}" dt="2020-02-17T09:30:47.508" v="697" actId="1076"/>
          <ac:spMkLst>
            <pc:docMk/>
            <pc:sldMk cId="1915160459" sldId="267"/>
            <ac:spMk id="4" creationId="{3BAAB0F6-8A5A-4532-A525-F11B496A4E0B}"/>
          </ac:spMkLst>
        </pc:spChg>
        <pc:spChg chg="add mod">
          <ac:chgData name="Qahtan, A.A.A. (Hakim)" userId="2e0f559b-8f84-4ffd-87e2-eac7fe92b5e6" providerId="ADAL" clId="{6E9D1478-BB00-428C-9801-AEDB4433F89F}" dt="2020-02-17T09:27:00.626" v="595" actId="1076"/>
          <ac:spMkLst>
            <pc:docMk/>
            <pc:sldMk cId="1915160459" sldId="267"/>
            <ac:spMk id="5" creationId="{DC843D24-0E13-4886-B42E-028955ED73C6}"/>
          </ac:spMkLst>
        </pc:spChg>
        <pc:spChg chg="add mod">
          <ac:chgData name="Qahtan, A.A.A. (Hakim)" userId="2e0f559b-8f84-4ffd-87e2-eac7fe92b5e6" providerId="ADAL" clId="{6E9D1478-BB00-428C-9801-AEDB4433F89F}" dt="2020-02-17T09:31:18.234" v="700" actId="207"/>
          <ac:spMkLst>
            <pc:docMk/>
            <pc:sldMk cId="1915160459" sldId="267"/>
            <ac:spMk id="6" creationId="{E0C696AC-9635-4315-899D-EF1C68AA075D}"/>
          </ac:spMkLst>
        </pc:spChg>
        <pc:spChg chg="add mod">
          <ac:chgData name="Qahtan, A.A.A. (Hakim)" userId="2e0f559b-8f84-4ffd-87e2-eac7fe92b5e6" providerId="ADAL" clId="{6E9D1478-BB00-428C-9801-AEDB4433F89F}" dt="2020-02-17T09:31:18.234" v="700" actId="207"/>
          <ac:spMkLst>
            <pc:docMk/>
            <pc:sldMk cId="1915160459" sldId="267"/>
            <ac:spMk id="7" creationId="{6407AA12-F541-4963-85C6-D1C82D720232}"/>
          </ac:spMkLst>
        </pc:spChg>
        <pc:spChg chg="add mod">
          <ac:chgData name="Qahtan, A.A.A. (Hakim)" userId="2e0f559b-8f84-4ffd-87e2-eac7fe92b5e6" providerId="ADAL" clId="{6E9D1478-BB00-428C-9801-AEDB4433F89F}" dt="2020-02-17T09:31:18.234" v="700" actId="207"/>
          <ac:spMkLst>
            <pc:docMk/>
            <pc:sldMk cId="1915160459" sldId="267"/>
            <ac:spMk id="8" creationId="{3C51B439-8616-4D0B-8317-86407AF11CBC}"/>
          </ac:spMkLst>
        </pc:spChg>
        <pc:spChg chg="add mod">
          <ac:chgData name="Qahtan, A.A.A. (Hakim)" userId="2e0f559b-8f84-4ffd-87e2-eac7fe92b5e6" providerId="ADAL" clId="{6E9D1478-BB00-428C-9801-AEDB4433F89F}" dt="2020-02-17T09:28:17.606" v="633" actId="1035"/>
          <ac:spMkLst>
            <pc:docMk/>
            <pc:sldMk cId="1915160459" sldId="267"/>
            <ac:spMk id="9" creationId="{5E2036D6-F26F-496D-AB23-FB2AEFDE5739}"/>
          </ac:spMkLst>
        </pc:spChg>
        <pc:spChg chg="add mod">
          <ac:chgData name="Qahtan, A.A.A. (Hakim)" userId="2e0f559b-8f84-4ffd-87e2-eac7fe92b5e6" providerId="ADAL" clId="{6E9D1478-BB00-428C-9801-AEDB4433F89F}" dt="2020-02-17T09:29:06.833" v="663" actId="14100"/>
          <ac:spMkLst>
            <pc:docMk/>
            <pc:sldMk cId="1915160459" sldId="267"/>
            <ac:spMk id="10" creationId="{8DB2AD43-04F1-485B-B69D-B6ED8D5887E5}"/>
          </ac:spMkLst>
        </pc:spChg>
        <pc:spChg chg="add mod">
          <ac:chgData name="Qahtan, A.A.A. (Hakim)" userId="2e0f559b-8f84-4ffd-87e2-eac7fe92b5e6" providerId="ADAL" clId="{6E9D1478-BB00-428C-9801-AEDB4433F89F}" dt="2020-02-17T09:30:17.681" v="693" actId="1038"/>
          <ac:spMkLst>
            <pc:docMk/>
            <pc:sldMk cId="1915160459" sldId="267"/>
            <ac:spMk id="11" creationId="{AB909588-D66F-455A-B707-8ED80E7E4A1D}"/>
          </ac:spMkLst>
        </pc:spChg>
        <pc:cxnChg chg="add mod">
          <ac:chgData name="Qahtan, A.A.A. (Hakim)" userId="2e0f559b-8f84-4ffd-87e2-eac7fe92b5e6" providerId="ADAL" clId="{6E9D1478-BB00-428C-9801-AEDB4433F89F}" dt="2020-02-17T09:29:57.737" v="678" actId="692"/>
          <ac:cxnSpMkLst>
            <pc:docMk/>
            <pc:sldMk cId="1915160459" sldId="267"/>
            <ac:cxnSpMk id="13" creationId="{6C276435-F238-48F9-9F76-370D1B818E05}"/>
          </ac:cxnSpMkLst>
        </pc:cxnChg>
        <pc:cxnChg chg="add mod">
          <ac:chgData name="Qahtan, A.A.A. (Hakim)" userId="2e0f559b-8f84-4ffd-87e2-eac7fe92b5e6" providerId="ADAL" clId="{6E9D1478-BB00-428C-9801-AEDB4433F89F}" dt="2020-02-17T09:30:08.053" v="681" actId="14100"/>
          <ac:cxnSpMkLst>
            <pc:docMk/>
            <pc:sldMk cId="1915160459" sldId="267"/>
            <ac:cxnSpMk id="15" creationId="{48C6A675-DFC8-4DFC-8683-DA8280EC2879}"/>
          </ac:cxnSpMkLst>
        </pc:cxnChg>
      </pc:sldChg>
      <pc:sldChg chg="modSp add ord">
        <pc:chgData name="Qahtan, A.A.A. (Hakim)" userId="2e0f559b-8f84-4ffd-87e2-eac7fe92b5e6" providerId="ADAL" clId="{6E9D1478-BB00-428C-9801-AEDB4433F89F}" dt="2020-02-17T10:11:45.771" v="1678" actId="14100"/>
        <pc:sldMkLst>
          <pc:docMk/>
          <pc:sldMk cId="1539801870" sldId="268"/>
        </pc:sldMkLst>
        <pc:spChg chg="mod">
          <ac:chgData name="Qahtan, A.A.A. (Hakim)" userId="2e0f559b-8f84-4ffd-87e2-eac7fe92b5e6" providerId="ADAL" clId="{6E9D1478-BB00-428C-9801-AEDB4433F89F}" dt="2020-02-17T10:11:45.771" v="1678" actId="14100"/>
          <ac:spMkLst>
            <pc:docMk/>
            <pc:sldMk cId="1539801870" sldId="268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09:37:22.922" v="970" actId="20577"/>
          <ac:spMkLst>
            <pc:docMk/>
            <pc:sldMk cId="1539801870" sldId="268"/>
            <ac:spMk id="3" creationId="{C1825166-E312-42E3-86E9-D4580053EAA4}"/>
          </ac:spMkLst>
        </pc:spChg>
      </pc:sldChg>
      <pc:sldChg chg="addSp delSp modSp add">
        <pc:chgData name="Qahtan, A.A.A. (Hakim)" userId="2e0f559b-8f84-4ffd-87e2-eac7fe92b5e6" providerId="ADAL" clId="{6E9D1478-BB00-428C-9801-AEDB4433F89F}" dt="2020-02-17T16:14:33.399" v="4739" actId="20577"/>
        <pc:sldMkLst>
          <pc:docMk/>
          <pc:sldMk cId="1436791628" sldId="269"/>
        </pc:sldMkLst>
        <pc:spChg chg="mod">
          <ac:chgData name="Qahtan, A.A.A. (Hakim)" userId="2e0f559b-8f84-4ffd-87e2-eac7fe92b5e6" providerId="ADAL" clId="{6E9D1478-BB00-428C-9801-AEDB4433F89F}" dt="2020-02-17T10:11:41.486" v="1677" actId="14100"/>
          <ac:spMkLst>
            <pc:docMk/>
            <pc:sldMk cId="1436791628" sldId="269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09:39:07.818" v="1049" actId="14100"/>
          <ac:spMkLst>
            <pc:docMk/>
            <pc:sldMk cId="1436791628" sldId="269"/>
            <ac:spMk id="3" creationId="{C1825166-E312-42E3-86E9-D4580053EAA4}"/>
          </ac:spMkLst>
        </pc:spChg>
        <pc:spChg chg="add mod">
          <ac:chgData name="Qahtan, A.A.A. (Hakim)" userId="2e0f559b-8f84-4ffd-87e2-eac7fe92b5e6" providerId="ADAL" clId="{6E9D1478-BB00-428C-9801-AEDB4433F89F}" dt="2020-02-17T09:48:26.888" v="1337" actId="1076"/>
          <ac:spMkLst>
            <pc:docMk/>
            <pc:sldMk cId="1436791628" sldId="269"/>
            <ac:spMk id="20" creationId="{C2AF7CEA-EA81-498D-ABF4-0132B5AE6AB8}"/>
          </ac:spMkLst>
        </pc:spChg>
        <pc:spChg chg="add mod">
          <ac:chgData name="Qahtan, A.A.A. (Hakim)" userId="2e0f559b-8f84-4ffd-87e2-eac7fe92b5e6" providerId="ADAL" clId="{6E9D1478-BB00-428C-9801-AEDB4433F89F}" dt="2020-02-17T09:49:38.009" v="1372" actId="20577"/>
          <ac:spMkLst>
            <pc:docMk/>
            <pc:sldMk cId="1436791628" sldId="269"/>
            <ac:spMk id="30" creationId="{B6473A99-77B8-46F0-B85E-400DDBA09E1F}"/>
          </ac:spMkLst>
        </pc:spChg>
        <pc:graphicFrameChg chg="add del mod modGraphic">
          <ac:chgData name="Qahtan, A.A.A. (Hakim)" userId="2e0f559b-8f84-4ffd-87e2-eac7fe92b5e6" providerId="ADAL" clId="{6E9D1478-BB00-428C-9801-AEDB4433F89F}" dt="2020-02-17T09:39:50.753" v="1056" actId="3680"/>
          <ac:graphicFrameMkLst>
            <pc:docMk/>
            <pc:sldMk cId="1436791628" sldId="269"/>
            <ac:graphicFrameMk id="4" creationId="{54A9B45C-3CBC-4617-AF97-46724817DB10}"/>
          </ac:graphicFrameMkLst>
        </pc:graphicFrameChg>
        <pc:graphicFrameChg chg="add mod modGraphic">
          <ac:chgData name="Qahtan, A.A.A. (Hakim)" userId="2e0f559b-8f84-4ffd-87e2-eac7fe92b5e6" providerId="ADAL" clId="{6E9D1478-BB00-428C-9801-AEDB4433F89F}" dt="2020-02-17T16:14:33.399" v="4739" actId="20577"/>
          <ac:graphicFrameMkLst>
            <pc:docMk/>
            <pc:sldMk cId="1436791628" sldId="269"/>
            <ac:graphicFrameMk id="6" creationId="{9A07A113-3943-4B90-8477-959D9E624C51}"/>
          </ac:graphicFrameMkLst>
        </pc:graphicFrameChg>
        <pc:cxnChg chg="add mod">
          <ac:chgData name="Qahtan, A.A.A. (Hakim)" userId="2e0f559b-8f84-4ffd-87e2-eac7fe92b5e6" providerId="ADAL" clId="{6E9D1478-BB00-428C-9801-AEDB4433F89F}" dt="2020-02-17T09:47:34.322" v="1299" actId="1076"/>
          <ac:cxnSpMkLst>
            <pc:docMk/>
            <pc:sldMk cId="1436791628" sldId="269"/>
            <ac:cxnSpMk id="9" creationId="{99FCFD2A-A2C6-4591-8D23-206BD9641F22}"/>
          </ac:cxnSpMkLst>
        </pc:cxnChg>
        <pc:cxnChg chg="add mod">
          <ac:chgData name="Qahtan, A.A.A. (Hakim)" userId="2e0f559b-8f84-4ffd-87e2-eac7fe92b5e6" providerId="ADAL" clId="{6E9D1478-BB00-428C-9801-AEDB4433F89F}" dt="2020-02-17T09:47:34.322" v="1299" actId="1076"/>
          <ac:cxnSpMkLst>
            <pc:docMk/>
            <pc:sldMk cId="1436791628" sldId="269"/>
            <ac:cxnSpMk id="12" creationId="{7418DC92-B41F-48C3-B43E-3F566C1F73E3}"/>
          </ac:cxnSpMkLst>
        </pc:cxnChg>
        <pc:cxnChg chg="add mod">
          <ac:chgData name="Qahtan, A.A.A. (Hakim)" userId="2e0f559b-8f84-4ffd-87e2-eac7fe92b5e6" providerId="ADAL" clId="{6E9D1478-BB00-428C-9801-AEDB4433F89F}" dt="2020-02-17T09:47:34.322" v="1299" actId="1076"/>
          <ac:cxnSpMkLst>
            <pc:docMk/>
            <pc:sldMk cId="1436791628" sldId="269"/>
            <ac:cxnSpMk id="16" creationId="{B2F68F2D-A688-4F2F-A1BC-F9BBCEC3C5D2}"/>
          </ac:cxnSpMkLst>
        </pc:cxnChg>
        <pc:cxnChg chg="add mod">
          <ac:chgData name="Qahtan, A.A.A. (Hakim)" userId="2e0f559b-8f84-4ffd-87e2-eac7fe92b5e6" providerId="ADAL" clId="{6E9D1478-BB00-428C-9801-AEDB4433F89F}" dt="2020-02-17T09:47:34.322" v="1299" actId="1076"/>
          <ac:cxnSpMkLst>
            <pc:docMk/>
            <pc:sldMk cId="1436791628" sldId="269"/>
            <ac:cxnSpMk id="18" creationId="{488C70D0-7B48-4C3D-8DFD-C85A650122F3}"/>
          </ac:cxnSpMkLst>
        </pc:cxnChg>
        <pc:cxnChg chg="add mod">
          <ac:chgData name="Qahtan, A.A.A. (Hakim)" userId="2e0f559b-8f84-4ffd-87e2-eac7fe92b5e6" providerId="ADAL" clId="{6E9D1478-BB00-428C-9801-AEDB4433F89F}" dt="2020-02-17T09:48:43.209" v="1343" actId="14100"/>
          <ac:cxnSpMkLst>
            <pc:docMk/>
            <pc:sldMk cId="1436791628" sldId="269"/>
            <ac:cxnSpMk id="21" creationId="{ADA4111C-73CC-4470-9AC5-6FCD814A5E2E}"/>
          </ac:cxnSpMkLst>
        </pc:cxnChg>
        <pc:cxnChg chg="add mod">
          <ac:chgData name="Qahtan, A.A.A. (Hakim)" userId="2e0f559b-8f84-4ffd-87e2-eac7fe92b5e6" providerId="ADAL" clId="{6E9D1478-BB00-428C-9801-AEDB4433F89F}" dt="2020-02-17T09:48:49.762" v="1346" actId="14100"/>
          <ac:cxnSpMkLst>
            <pc:docMk/>
            <pc:sldMk cId="1436791628" sldId="269"/>
            <ac:cxnSpMk id="24" creationId="{0E48E9CE-B241-4C7B-B37D-1CE27A2A244D}"/>
          </ac:cxnSpMkLst>
        </pc:cxnChg>
        <pc:cxnChg chg="add mod">
          <ac:chgData name="Qahtan, A.A.A. (Hakim)" userId="2e0f559b-8f84-4ffd-87e2-eac7fe92b5e6" providerId="ADAL" clId="{6E9D1478-BB00-428C-9801-AEDB4433F89F}" dt="2020-02-17T09:48:55.374" v="1349" actId="14100"/>
          <ac:cxnSpMkLst>
            <pc:docMk/>
            <pc:sldMk cId="1436791628" sldId="269"/>
            <ac:cxnSpMk id="26" creationId="{6636CB7C-3D5C-42FF-94FB-D047E203121E}"/>
          </ac:cxnSpMkLst>
        </pc:cxnChg>
        <pc:cxnChg chg="add mod">
          <ac:chgData name="Qahtan, A.A.A. (Hakim)" userId="2e0f559b-8f84-4ffd-87e2-eac7fe92b5e6" providerId="ADAL" clId="{6E9D1478-BB00-428C-9801-AEDB4433F89F}" dt="2020-02-17T09:49:06.058" v="1352" actId="14100"/>
          <ac:cxnSpMkLst>
            <pc:docMk/>
            <pc:sldMk cId="1436791628" sldId="269"/>
            <ac:cxnSpMk id="28" creationId="{39045682-24D1-4F02-9EC3-F49D731D3B3A}"/>
          </ac:cxnSpMkLst>
        </pc:cxnChg>
      </pc:sldChg>
      <pc:sldChg chg="addSp delSp modSp add">
        <pc:chgData name="Qahtan, A.A.A. (Hakim)" userId="2e0f559b-8f84-4ffd-87e2-eac7fe92b5e6" providerId="ADAL" clId="{6E9D1478-BB00-428C-9801-AEDB4433F89F}" dt="2020-02-17T16:14:28.846" v="4738" actId="20577"/>
        <pc:sldMkLst>
          <pc:docMk/>
          <pc:sldMk cId="1409004062" sldId="270"/>
        </pc:sldMkLst>
        <pc:spChg chg="mod">
          <ac:chgData name="Qahtan, A.A.A. (Hakim)" userId="2e0f559b-8f84-4ffd-87e2-eac7fe92b5e6" providerId="ADAL" clId="{6E9D1478-BB00-428C-9801-AEDB4433F89F}" dt="2020-02-17T10:11:37.842" v="1676" actId="14100"/>
          <ac:spMkLst>
            <pc:docMk/>
            <pc:sldMk cId="1409004062" sldId="270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10:09:30.427" v="1631" actId="114"/>
          <ac:spMkLst>
            <pc:docMk/>
            <pc:sldMk cId="1409004062" sldId="270"/>
            <ac:spMk id="3" creationId="{C1825166-E312-42E3-86E9-D4580053EAA4}"/>
          </ac:spMkLst>
        </pc:spChg>
        <pc:spChg chg="add mod">
          <ac:chgData name="Qahtan, A.A.A. (Hakim)" userId="2e0f559b-8f84-4ffd-87e2-eac7fe92b5e6" providerId="ADAL" clId="{6E9D1478-BB00-428C-9801-AEDB4433F89F}" dt="2020-02-17T10:09:43.937" v="1643" actId="20577"/>
          <ac:spMkLst>
            <pc:docMk/>
            <pc:sldMk cId="1409004062" sldId="270"/>
            <ac:spMk id="17" creationId="{527C8E1A-6190-4CFC-A67C-7EF1F6297917}"/>
          </ac:spMkLst>
        </pc:spChg>
        <pc:spChg chg="del">
          <ac:chgData name="Qahtan, A.A.A. (Hakim)" userId="2e0f559b-8f84-4ffd-87e2-eac7fe92b5e6" providerId="ADAL" clId="{6E9D1478-BB00-428C-9801-AEDB4433F89F}" dt="2020-02-17T10:01:02.320" v="1374" actId="478"/>
          <ac:spMkLst>
            <pc:docMk/>
            <pc:sldMk cId="1409004062" sldId="270"/>
            <ac:spMk id="20" creationId="{C2AF7CEA-EA81-498D-ABF4-0132B5AE6AB8}"/>
          </ac:spMkLst>
        </pc:spChg>
        <pc:spChg chg="del">
          <ac:chgData name="Qahtan, A.A.A. (Hakim)" userId="2e0f559b-8f84-4ffd-87e2-eac7fe92b5e6" providerId="ADAL" clId="{6E9D1478-BB00-428C-9801-AEDB4433F89F}" dt="2020-02-17T10:01:29.392" v="1381" actId="478"/>
          <ac:spMkLst>
            <pc:docMk/>
            <pc:sldMk cId="1409004062" sldId="270"/>
            <ac:spMk id="30" creationId="{B6473A99-77B8-46F0-B85E-400DDBA09E1F}"/>
          </ac:spMkLst>
        </pc:spChg>
        <pc:graphicFrameChg chg="mod modGraphic">
          <ac:chgData name="Qahtan, A.A.A. (Hakim)" userId="2e0f559b-8f84-4ffd-87e2-eac7fe92b5e6" providerId="ADAL" clId="{6E9D1478-BB00-428C-9801-AEDB4433F89F}" dt="2020-02-17T16:14:28.846" v="4738" actId="20577"/>
          <ac:graphicFrameMkLst>
            <pc:docMk/>
            <pc:sldMk cId="1409004062" sldId="270"/>
            <ac:graphicFrameMk id="6" creationId="{9A07A113-3943-4B90-8477-959D9E624C51}"/>
          </ac:graphicFrameMkLst>
        </pc:graphicFrameChg>
        <pc:graphicFrameChg chg="add mod modGraphic">
          <ac:chgData name="Qahtan, A.A.A. (Hakim)" userId="2e0f559b-8f84-4ffd-87e2-eac7fe92b5e6" providerId="ADAL" clId="{6E9D1478-BB00-428C-9801-AEDB4433F89F}" dt="2020-02-17T10:09:02.169" v="1608" actId="20577"/>
          <ac:graphicFrameMkLst>
            <pc:docMk/>
            <pc:sldMk cId="1409004062" sldId="270"/>
            <ac:graphicFrameMk id="15" creationId="{2AE71C19-DD22-4378-84E1-82C3F09E7B1A}"/>
          </ac:graphicFrameMkLst>
        </pc:graphicFrameChg>
        <pc:cxnChg chg="del">
          <ac:chgData name="Qahtan, A.A.A. (Hakim)" userId="2e0f559b-8f84-4ffd-87e2-eac7fe92b5e6" providerId="ADAL" clId="{6E9D1478-BB00-428C-9801-AEDB4433F89F}" dt="2020-02-17T10:01:02.320" v="1374" actId="478"/>
          <ac:cxnSpMkLst>
            <pc:docMk/>
            <pc:sldMk cId="1409004062" sldId="270"/>
            <ac:cxnSpMk id="9" creationId="{99FCFD2A-A2C6-4591-8D23-206BD9641F22}"/>
          </ac:cxnSpMkLst>
        </pc:cxnChg>
        <pc:cxnChg chg="del">
          <ac:chgData name="Qahtan, A.A.A. (Hakim)" userId="2e0f559b-8f84-4ffd-87e2-eac7fe92b5e6" providerId="ADAL" clId="{6E9D1478-BB00-428C-9801-AEDB4433F89F}" dt="2020-02-17T10:01:02.320" v="1374" actId="478"/>
          <ac:cxnSpMkLst>
            <pc:docMk/>
            <pc:sldMk cId="1409004062" sldId="270"/>
            <ac:cxnSpMk id="12" creationId="{7418DC92-B41F-48C3-B43E-3F566C1F73E3}"/>
          </ac:cxnSpMkLst>
        </pc:cxnChg>
        <pc:cxnChg chg="del">
          <ac:chgData name="Qahtan, A.A.A. (Hakim)" userId="2e0f559b-8f84-4ffd-87e2-eac7fe92b5e6" providerId="ADAL" clId="{6E9D1478-BB00-428C-9801-AEDB4433F89F}" dt="2020-02-17T10:01:02.320" v="1374" actId="478"/>
          <ac:cxnSpMkLst>
            <pc:docMk/>
            <pc:sldMk cId="1409004062" sldId="270"/>
            <ac:cxnSpMk id="16" creationId="{B2F68F2D-A688-4F2F-A1BC-F9BBCEC3C5D2}"/>
          </ac:cxnSpMkLst>
        </pc:cxnChg>
        <pc:cxnChg chg="del">
          <ac:chgData name="Qahtan, A.A.A. (Hakim)" userId="2e0f559b-8f84-4ffd-87e2-eac7fe92b5e6" providerId="ADAL" clId="{6E9D1478-BB00-428C-9801-AEDB4433F89F}" dt="2020-02-17T10:01:02.320" v="1374" actId="478"/>
          <ac:cxnSpMkLst>
            <pc:docMk/>
            <pc:sldMk cId="1409004062" sldId="270"/>
            <ac:cxnSpMk id="18" creationId="{488C70D0-7B48-4C3D-8DFD-C85A650122F3}"/>
          </ac:cxnSpMkLst>
        </pc:cxnChg>
        <pc:cxnChg chg="del">
          <ac:chgData name="Qahtan, A.A.A. (Hakim)" userId="2e0f559b-8f84-4ffd-87e2-eac7fe92b5e6" providerId="ADAL" clId="{6E9D1478-BB00-428C-9801-AEDB4433F89F}" dt="2020-02-17T10:01:26.342" v="1380" actId="478"/>
          <ac:cxnSpMkLst>
            <pc:docMk/>
            <pc:sldMk cId="1409004062" sldId="270"/>
            <ac:cxnSpMk id="21" creationId="{ADA4111C-73CC-4470-9AC5-6FCD814A5E2E}"/>
          </ac:cxnSpMkLst>
        </pc:cxnChg>
        <pc:cxnChg chg="del">
          <ac:chgData name="Qahtan, A.A.A. (Hakim)" userId="2e0f559b-8f84-4ffd-87e2-eac7fe92b5e6" providerId="ADAL" clId="{6E9D1478-BB00-428C-9801-AEDB4433F89F}" dt="2020-02-17T10:01:26.342" v="1380" actId="478"/>
          <ac:cxnSpMkLst>
            <pc:docMk/>
            <pc:sldMk cId="1409004062" sldId="270"/>
            <ac:cxnSpMk id="24" creationId="{0E48E9CE-B241-4C7B-B37D-1CE27A2A244D}"/>
          </ac:cxnSpMkLst>
        </pc:cxnChg>
        <pc:cxnChg chg="del">
          <ac:chgData name="Qahtan, A.A.A. (Hakim)" userId="2e0f559b-8f84-4ffd-87e2-eac7fe92b5e6" providerId="ADAL" clId="{6E9D1478-BB00-428C-9801-AEDB4433F89F}" dt="2020-02-17T10:01:26.342" v="1380" actId="478"/>
          <ac:cxnSpMkLst>
            <pc:docMk/>
            <pc:sldMk cId="1409004062" sldId="270"/>
            <ac:cxnSpMk id="26" creationId="{6636CB7C-3D5C-42FF-94FB-D047E203121E}"/>
          </ac:cxnSpMkLst>
        </pc:cxnChg>
        <pc:cxnChg chg="del">
          <ac:chgData name="Qahtan, A.A.A. (Hakim)" userId="2e0f559b-8f84-4ffd-87e2-eac7fe92b5e6" providerId="ADAL" clId="{6E9D1478-BB00-428C-9801-AEDB4433F89F}" dt="2020-02-17T10:01:26.342" v="1380" actId="478"/>
          <ac:cxnSpMkLst>
            <pc:docMk/>
            <pc:sldMk cId="1409004062" sldId="270"/>
            <ac:cxnSpMk id="28" creationId="{39045682-24D1-4F02-9EC3-F49D731D3B3A}"/>
          </ac:cxnSpMkLst>
        </pc:cxnChg>
      </pc:sldChg>
      <pc:sldChg chg="addSp delSp modSp add">
        <pc:chgData name="Qahtan, A.A.A. (Hakim)" userId="2e0f559b-8f84-4ffd-87e2-eac7fe92b5e6" providerId="ADAL" clId="{6E9D1478-BB00-428C-9801-AEDB4433F89F}" dt="2020-02-17T11:27:24.626" v="2398" actId="14100"/>
        <pc:sldMkLst>
          <pc:docMk/>
          <pc:sldMk cId="2526688885" sldId="271"/>
        </pc:sldMkLst>
        <pc:spChg chg="mod">
          <ac:chgData name="Qahtan, A.A.A. (Hakim)" userId="2e0f559b-8f84-4ffd-87e2-eac7fe92b5e6" providerId="ADAL" clId="{6E9D1478-BB00-428C-9801-AEDB4433F89F}" dt="2020-02-17T11:03:04.995" v="2218" actId="20577"/>
          <ac:spMkLst>
            <pc:docMk/>
            <pc:sldMk cId="2526688885" sldId="271"/>
            <ac:spMk id="2" creationId="{285AF5F2-267A-4A6E-AAB7-2C088BAE714C}"/>
          </ac:spMkLst>
        </pc:spChg>
        <pc:spChg chg="del mod">
          <ac:chgData name="Qahtan, A.A.A. (Hakim)" userId="2e0f559b-8f84-4ffd-87e2-eac7fe92b5e6" providerId="ADAL" clId="{6E9D1478-BB00-428C-9801-AEDB4433F89F}" dt="2020-02-17T10:16:07.736" v="1751" actId="478"/>
          <ac:spMkLst>
            <pc:docMk/>
            <pc:sldMk cId="2526688885" sldId="271"/>
            <ac:spMk id="3" creationId="{C1825166-E312-42E3-86E9-D4580053EAA4}"/>
          </ac:spMkLst>
        </pc:spChg>
        <pc:spChg chg="add mod">
          <ac:chgData name="Qahtan, A.A.A. (Hakim)" userId="2e0f559b-8f84-4ffd-87e2-eac7fe92b5e6" providerId="ADAL" clId="{6E9D1478-BB00-428C-9801-AEDB4433F89F}" dt="2020-02-17T11:27:24.626" v="2398" actId="14100"/>
          <ac:spMkLst>
            <pc:docMk/>
            <pc:sldMk cId="2526688885" sldId="271"/>
            <ac:spMk id="5" creationId="{CDDB1FA9-E983-4B1F-A3ED-1B02562B98B5}"/>
          </ac:spMkLst>
        </pc:spChg>
      </pc:sldChg>
      <pc:sldChg chg="modSp add">
        <pc:chgData name="Qahtan, A.A.A. (Hakim)" userId="2e0f559b-8f84-4ffd-87e2-eac7fe92b5e6" providerId="ADAL" clId="{6E9D1478-BB00-428C-9801-AEDB4433F89F}" dt="2020-02-17T13:20:51.469" v="3299" actId="20577"/>
        <pc:sldMkLst>
          <pc:docMk/>
          <pc:sldMk cId="2311027654" sldId="272"/>
        </pc:sldMkLst>
        <pc:spChg chg="mod">
          <ac:chgData name="Qahtan, A.A.A. (Hakim)" userId="2e0f559b-8f84-4ffd-87e2-eac7fe92b5e6" providerId="ADAL" clId="{6E9D1478-BB00-428C-9801-AEDB4433F89F}" dt="2020-02-17T10:17:57.152" v="1796" actId="20577"/>
          <ac:spMkLst>
            <pc:docMk/>
            <pc:sldMk cId="2311027654" sldId="272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13:20:51.469" v="3299" actId="20577"/>
          <ac:spMkLst>
            <pc:docMk/>
            <pc:sldMk cId="2311027654" sldId="272"/>
            <ac:spMk id="5" creationId="{CDDB1FA9-E983-4B1F-A3ED-1B02562B98B5}"/>
          </ac:spMkLst>
        </pc:spChg>
      </pc:sldChg>
      <pc:sldChg chg="modSp add">
        <pc:chgData name="Qahtan, A.A.A. (Hakim)" userId="2e0f559b-8f84-4ffd-87e2-eac7fe92b5e6" providerId="ADAL" clId="{6E9D1478-BB00-428C-9801-AEDB4433F89F}" dt="2020-02-17T10:47:03.238" v="2166" actId="403"/>
        <pc:sldMkLst>
          <pc:docMk/>
          <pc:sldMk cId="2984300042" sldId="273"/>
        </pc:sldMkLst>
        <pc:spChg chg="mod">
          <ac:chgData name="Qahtan, A.A.A. (Hakim)" userId="2e0f559b-8f84-4ffd-87e2-eac7fe92b5e6" providerId="ADAL" clId="{6E9D1478-BB00-428C-9801-AEDB4433F89F}" dt="2020-02-17T10:47:03.238" v="2166" actId="403"/>
          <ac:spMkLst>
            <pc:docMk/>
            <pc:sldMk cId="2984300042" sldId="273"/>
            <ac:spMk id="3" creationId="{C1825166-E312-42E3-86E9-D4580053EAA4}"/>
          </ac:spMkLst>
        </pc:spChg>
      </pc:sldChg>
      <pc:sldChg chg="addSp modSp add">
        <pc:chgData name="Qahtan, A.A.A. (Hakim)" userId="2e0f559b-8f84-4ffd-87e2-eac7fe92b5e6" providerId="ADAL" clId="{6E9D1478-BB00-428C-9801-AEDB4433F89F}" dt="2020-02-17T13:58:36.332" v="3712" actId="1076"/>
        <pc:sldMkLst>
          <pc:docMk/>
          <pc:sldMk cId="2009740882" sldId="274"/>
        </pc:sldMkLst>
        <pc:spChg chg="add mod">
          <ac:chgData name="Qahtan, A.A.A. (Hakim)" userId="2e0f559b-8f84-4ffd-87e2-eac7fe92b5e6" providerId="ADAL" clId="{6E9D1478-BB00-428C-9801-AEDB4433F89F}" dt="2020-02-17T13:58:34.596" v="3711" actId="1076"/>
          <ac:spMkLst>
            <pc:docMk/>
            <pc:sldMk cId="2009740882" sldId="274"/>
            <ac:spMk id="2" creationId="{6F58E363-DEF3-4AC8-A6C7-1973B994C704}"/>
          </ac:spMkLst>
        </pc:spChg>
        <pc:cxnChg chg="add mod">
          <ac:chgData name="Qahtan, A.A.A. (Hakim)" userId="2e0f559b-8f84-4ffd-87e2-eac7fe92b5e6" providerId="ADAL" clId="{6E9D1478-BB00-428C-9801-AEDB4433F89F}" dt="2020-02-17T13:58:36.332" v="3712" actId="1076"/>
          <ac:cxnSpMkLst>
            <pc:docMk/>
            <pc:sldMk cId="2009740882" sldId="274"/>
            <ac:cxnSpMk id="3" creationId="{3879DA28-57D8-46DC-9BF7-32D7F0AE8996}"/>
          </ac:cxnSpMkLst>
        </pc:cxnChg>
      </pc:sldChg>
      <pc:sldChg chg="modSp add">
        <pc:chgData name="Qahtan, A.A.A. (Hakim)" userId="2e0f559b-8f84-4ffd-87e2-eac7fe92b5e6" providerId="ADAL" clId="{6E9D1478-BB00-428C-9801-AEDB4433F89F}" dt="2020-02-17T13:06:21.067" v="2970" actId="20577"/>
        <pc:sldMkLst>
          <pc:docMk/>
          <pc:sldMk cId="3084453329" sldId="275"/>
        </pc:sldMkLst>
        <pc:spChg chg="mod">
          <ac:chgData name="Qahtan, A.A.A. (Hakim)" userId="2e0f559b-8f84-4ffd-87e2-eac7fe92b5e6" providerId="ADAL" clId="{6E9D1478-BB00-428C-9801-AEDB4433F89F}" dt="2020-02-17T13:06:21.067" v="2970" actId="20577"/>
          <ac:spMkLst>
            <pc:docMk/>
            <pc:sldMk cId="3084453329" sldId="275"/>
            <ac:spMk id="5" creationId="{CDDB1FA9-E983-4B1F-A3ED-1B02562B98B5}"/>
          </ac:spMkLst>
        </pc:spChg>
      </pc:sldChg>
      <pc:sldChg chg="modSp add ord">
        <pc:chgData name="Qahtan, A.A.A. (Hakim)" userId="2e0f559b-8f84-4ffd-87e2-eac7fe92b5e6" providerId="ADAL" clId="{6E9D1478-BB00-428C-9801-AEDB4433F89F}" dt="2020-02-17T11:21:35.008" v="2361" actId="14100"/>
        <pc:sldMkLst>
          <pc:docMk/>
          <pc:sldMk cId="3616963728" sldId="276"/>
        </pc:sldMkLst>
        <pc:spChg chg="mod">
          <ac:chgData name="Qahtan, A.A.A. (Hakim)" userId="2e0f559b-8f84-4ffd-87e2-eac7fe92b5e6" providerId="ADAL" clId="{6E9D1478-BB00-428C-9801-AEDB4433F89F}" dt="2020-02-17T11:20:21.925" v="2353" actId="20577"/>
          <ac:spMkLst>
            <pc:docMk/>
            <pc:sldMk cId="3616963728" sldId="276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11:21:35.008" v="2361" actId="14100"/>
          <ac:spMkLst>
            <pc:docMk/>
            <pc:sldMk cId="3616963728" sldId="276"/>
            <ac:spMk id="5" creationId="{CDDB1FA9-E983-4B1F-A3ED-1B02562B98B5}"/>
          </ac:spMkLst>
        </pc:spChg>
      </pc:sldChg>
      <pc:sldChg chg="modSp add del">
        <pc:chgData name="Qahtan, A.A.A. (Hakim)" userId="2e0f559b-8f84-4ffd-87e2-eac7fe92b5e6" providerId="ADAL" clId="{6E9D1478-BB00-428C-9801-AEDB4433F89F}" dt="2020-02-17T11:27:33.066" v="2399" actId="2696"/>
        <pc:sldMkLst>
          <pc:docMk/>
          <pc:sldMk cId="4012921741" sldId="277"/>
        </pc:sldMkLst>
        <pc:spChg chg="mod">
          <ac:chgData name="Qahtan, A.A.A. (Hakim)" userId="2e0f559b-8f84-4ffd-87e2-eac7fe92b5e6" providerId="ADAL" clId="{6E9D1478-BB00-428C-9801-AEDB4433F89F}" dt="2020-02-17T11:22:03.033" v="2392" actId="20577"/>
          <ac:spMkLst>
            <pc:docMk/>
            <pc:sldMk cId="4012921741" sldId="277"/>
            <ac:spMk id="2" creationId="{285AF5F2-267A-4A6E-AAB7-2C088BAE714C}"/>
          </ac:spMkLst>
        </pc:spChg>
      </pc:sldChg>
      <pc:sldChg chg="modSp add">
        <pc:chgData name="Qahtan, A.A.A. (Hakim)" userId="2e0f559b-8f84-4ffd-87e2-eac7fe92b5e6" providerId="ADAL" clId="{6E9D1478-BB00-428C-9801-AEDB4433F89F}" dt="2020-02-17T11:56:40.384" v="2858" actId="27636"/>
        <pc:sldMkLst>
          <pc:docMk/>
          <pc:sldMk cId="3639484356" sldId="278"/>
        </pc:sldMkLst>
        <pc:spChg chg="mod">
          <ac:chgData name="Qahtan, A.A.A. (Hakim)" userId="2e0f559b-8f84-4ffd-87e2-eac7fe92b5e6" providerId="ADAL" clId="{6E9D1478-BB00-428C-9801-AEDB4433F89F}" dt="2020-02-17T11:56:40.384" v="2858" actId="27636"/>
          <ac:spMkLst>
            <pc:docMk/>
            <pc:sldMk cId="3639484356" sldId="278"/>
            <ac:spMk id="5" creationId="{CDDB1FA9-E983-4B1F-A3ED-1B02562B98B5}"/>
          </ac:spMkLst>
        </pc:spChg>
      </pc:sldChg>
      <pc:sldChg chg="modSp add">
        <pc:chgData name="Qahtan, A.A.A. (Hakim)" userId="2e0f559b-8f84-4ffd-87e2-eac7fe92b5e6" providerId="ADAL" clId="{6E9D1478-BB00-428C-9801-AEDB4433F89F}" dt="2020-02-17T11:51:50.317" v="2831" actId="20577"/>
        <pc:sldMkLst>
          <pc:docMk/>
          <pc:sldMk cId="3901590358" sldId="279"/>
        </pc:sldMkLst>
        <pc:spChg chg="mod">
          <ac:chgData name="Qahtan, A.A.A. (Hakim)" userId="2e0f559b-8f84-4ffd-87e2-eac7fe92b5e6" providerId="ADAL" clId="{6E9D1478-BB00-428C-9801-AEDB4433F89F}" dt="2020-02-17T11:43:08.027" v="2462" actId="20577"/>
          <ac:spMkLst>
            <pc:docMk/>
            <pc:sldMk cId="3901590358" sldId="279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11:51:50.317" v="2831" actId="20577"/>
          <ac:spMkLst>
            <pc:docMk/>
            <pc:sldMk cId="3901590358" sldId="279"/>
            <ac:spMk id="5" creationId="{CDDB1FA9-E983-4B1F-A3ED-1B02562B98B5}"/>
          </ac:spMkLst>
        </pc:spChg>
      </pc:sldChg>
      <pc:sldChg chg="addSp delSp modSp add ord">
        <pc:chgData name="Qahtan, A.A.A. (Hakim)" userId="2e0f559b-8f84-4ffd-87e2-eac7fe92b5e6" providerId="ADAL" clId="{6E9D1478-BB00-428C-9801-AEDB4433F89F}" dt="2020-02-17T15:52:49.659" v="4024" actId="1038"/>
        <pc:sldMkLst>
          <pc:docMk/>
          <pc:sldMk cId="338245866" sldId="280"/>
        </pc:sldMkLst>
        <pc:spChg chg="mod">
          <ac:chgData name="Qahtan, A.A.A. (Hakim)" userId="2e0f559b-8f84-4ffd-87e2-eac7fe92b5e6" providerId="ADAL" clId="{6E9D1478-BB00-428C-9801-AEDB4433F89F}" dt="2020-02-17T14:00:57.097" v="3759" actId="20577"/>
          <ac:spMkLst>
            <pc:docMk/>
            <pc:sldMk cId="338245866" sldId="280"/>
            <ac:spMk id="2" creationId="{285AF5F2-267A-4A6E-AAB7-2C088BAE714C}"/>
          </ac:spMkLst>
        </pc:spChg>
        <pc:spChg chg="add del mod">
          <ac:chgData name="Qahtan, A.A.A. (Hakim)" userId="2e0f559b-8f84-4ffd-87e2-eac7fe92b5e6" providerId="ADAL" clId="{6E9D1478-BB00-428C-9801-AEDB4433F89F}" dt="2020-02-17T15:29:27.534" v="3852" actId="478"/>
          <ac:spMkLst>
            <pc:docMk/>
            <pc:sldMk cId="338245866" sldId="280"/>
            <ac:spMk id="3" creationId="{E14F50A5-88BD-4F65-9CDC-0E77324918BB}"/>
          </ac:spMkLst>
        </pc:spChg>
        <pc:spChg chg="add mod">
          <ac:chgData name="Qahtan, A.A.A. (Hakim)" userId="2e0f559b-8f84-4ffd-87e2-eac7fe92b5e6" providerId="ADAL" clId="{6E9D1478-BB00-428C-9801-AEDB4433F89F}" dt="2020-02-17T15:39:46.833" v="3967" actId="1038"/>
          <ac:spMkLst>
            <pc:docMk/>
            <pc:sldMk cId="338245866" sldId="280"/>
            <ac:spMk id="4" creationId="{09124114-67B2-4C5E-8373-6388F482F1B5}"/>
          </ac:spMkLst>
        </pc:spChg>
        <pc:spChg chg="mod">
          <ac:chgData name="Qahtan, A.A.A. (Hakim)" userId="2e0f559b-8f84-4ffd-87e2-eac7fe92b5e6" providerId="ADAL" clId="{6E9D1478-BB00-428C-9801-AEDB4433F89F}" dt="2020-02-17T14:02:11.802" v="3819" actId="20577"/>
          <ac:spMkLst>
            <pc:docMk/>
            <pc:sldMk cId="338245866" sldId="280"/>
            <ac:spMk id="5" creationId="{CDDB1FA9-E983-4B1F-A3ED-1B02562B98B5}"/>
          </ac:spMkLst>
        </pc:spChg>
        <pc:spChg chg="add del mod">
          <ac:chgData name="Qahtan, A.A.A. (Hakim)" userId="2e0f559b-8f84-4ffd-87e2-eac7fe92b5e6" providerId="ADAL" clId="{6E9D1478-BB00-428C-9801-AEDB4433F89F}" dt="2020-02-17T15:29:26.244" v="3850" actId="478"/>
          <ac:spMkLst>
            <pc:docMk/>
            <pc:sldMk cId="338245866" sldId="280"/>
            <ac:spMk id="6" creationId="{5A76FFA8-B94E-4B22-9D41-CD20C89B4AD5}"/>
          </ac:spMkLst>
        </pc:spChg>
        <pc:spChg chg="add del mod">
          <ac:chgData name="Qahtan, A.A.A. (Hakim)" userId="2e0f559b-8f84-4ffd-87e2-eac7fe92b5e6" providerId="ADAL" clId="{6E9D1478-BB00-428C-9801-AEDB4433F89F}" dt="2020-02-17T15:29:15.018" v="3847" actId="478"/>
          <ac:spMkLst>
            <pc:docMk/>
            <pc:sldMk cId="338245866" sldId="280"/>
            <ac:spMk id="7" creationId="{DD1F0378-B021-404C-939B-19731E92EFD5}"/>
          </ac:spMkLst>
        </pc:spChg>
        <pc:spChg chg="add del mod">
          <ac:chgData name="Qahtan, A.A.A. (Hakim)" userId="2e0f559b-8f84-4ffd-87e2-eac7fe92b5e6" providerId="ADAL" clId="{6E9D1478-BB00-428C-9801-AEDB4433F89F}" dt="2020-02-17T15:29:15.018" v="3847" actId="478"/>
          <ac:spMkLst>
            <pc:docMk/>
            <pc:sldMk cId="338245866" sldId="280"/>
            <ac:spMk id="8" creationId="{E82FD47C-F31C-4A34-9C21-735AFCCAEFFE}"/>
          </ac:spMkLst>
        </pc:spChg>
        <pc:spChg chg="add del mod">
          <ac:chgData name="Qahtan, A.A.A. (Hakim)" userId="2e0f559b-8f84-4ffd-87e2-eac7fe92b5e6" providerId="ADAL" clId="{6E9D1478-BB00-428C-9801-AEDB4433F89F}" dt="2020-02-17T15:12:34.209" v="3840" actId="478"/>
          <ac:spMkLst>
            <pc:docMk/>
            <pc:sldMk cId="338245866" sldId="280"/>
            <ac:spMk id="9" creationId="{D9C373F8-E2F3-4B69-8ACF-3F587AEE341A}"/>
          </ac:spMkLst>
        </pc:spChg>
        <pc:spChg chg="add mod">
          <ac:chgData name="Qahtan, A.A.A. (Hakim)" userId="2e0f559b-8f84-4ffd-87e2-eac7fe92b5e6" providerId="ADAL" clId="{6E9D1478-BB00-428C-9801-AEDB4433F89F}" dt="2020-02-17T15:39:46.833" v="3967" actId="1038"/>
          <ac:spMkLst>
            <pc:docMk/>
            <pc:sldMk cId="338245866" sldId="280"/>
            <ac:spMk id="15" creationId="{9D79D9BB-3A86-4F89-80AD-A5306F5F58B5}"/>
          </ac:spMkLst>
        </pc:spChg>
        <pc:spChg chg="add mod">
          <ac:chgData name="Qahtan, A.A.A. (Hakim)" userId="2e0f559b-8f84-4ffd-87e2-eac7fe92b5e6" providerId="ADAL" clId="{6E9D1478-BB00-428C-9801-AEDB4433F89F}" dt="2020-02-17T15:48:42.219" v="3982" actId="1076"/>
          <ac:spMkLst>
            <pc:docMk/>
            <pc:sldMk cId="338245866" sldId="280"/>
            <ac:spMk id="16" creationId="{7092192A-BE74-48D3-8A7D-FCCAFFD0DF29}"/>
          </ac:spMkLst>
        </pc:spChg>
        <pc:spChg chg="add mod">
          <ac:chgData name="Qahtan, A.A.A. (Hakim)" userId="2e0f559b-8f84-4ffd-87e2-eac7fe92b5e6" providerId="ADAL" clId="{6E9D1478-BB00-428C-9801-AEDB4433F89F}" dt="2020-02-17T15:48:51.659" v="3992" actId="1037"/>
          <ac:spMkLst>
            <pc:docMk/>
            <pc:sldMk cId="338245866" sldId="280"/>
            <ac:spMk id="17" creationId="{8E40A9A8-7BC0-4634-B1AA-D7234494638D}"/>
          </ac:spMkLst>
        </pc:spChg>
        <pc:spChg chg="add mod">
          <ac:chgData name="Qahtan, A.A.A. (Hakim)" userId="2e0f559b-8f84-4ffd-87e2-eac7fe92b5e6" providerId="ADAL" clId="{6E9D1478-BB00-428C-9801-AEDB4433F89F}" dt="2020-02-17T15:49:13.450" v="4004" actId="1076"/>
          <ac:spMkLst>
            <pc:docMk/>
            <pc:sldMk cId="338245866" sldId="280"/>
            <ac:spMk id="18" creationId="{D2477B68-F002-4E86-9B90-8E212842EAEE}"/>
          </ac:spMkLst>
        </pc:spChg>
        <pc:picChg chg="add mod">
          <ac:chgData name="Qahtan, A.A.A. (Hakim)" userId="2e0f559b-8f84-4ffd-87e2-eac7fe92b5e6" providerId="ADAL" clId="{6E9D1478-BB00-428C-9801-AEDB4433F89F}" dt="2020-02-17T15:39:46.833" v="3967" actId="1038"/>
          <ac:picMkLst>
            <pc:docMk/>
            <pc:sldMk cId="338245866" sldId="280"/>
            <ac:picMk id="1026" creationId="{7FD958BD-87E1-4EB3-B6A3-BB5D0AA398EB}"/>
          </ac:picMkLst>
        </pc:picChg>
        <pc:picChg chg="add mod">
          <ac:chgData name="Qahtan, A.A.A. (Hakim)" userId="2e0f559b-8f84-4ffd-87e2-eac7fe92b5e6" providerId="ADAL" clId="{6E9D1478-BB00-428C-9801-AEDB4433F89F}" dt="2020-02-17T15:39:46.833" v="3967" actId="1038"/>
          <ac:picMkLst>
            <pc:docMk/>
            <pc:sldMk cId="338245866" sldId="280"/>
            <ac:picMk id="1028" creationId="{8151CFEF-70CD-4B7B-B8BC-5C2C03851D15}"/>
          </ac:picMkLst>
        </pc:picChg>
        <pc:picChg chg="add mod">
          <ac:chgData name="Qahtan, A.A.A. (Hakim)" userId="2e0f559b-8f84-4ffd-87e2-eac7fe92b5e6" providerId="ADAL" clId="{6E9D1478-BB00-428C-9801-AEDB4433F89F}" dt="2020-02-17T15:39:46.833" v="3967" actId="1038"/>
          <ac:picMkLst>
            <pc:docMk/>
            <pc:sldMk cId="338245866" sldId="280"/>
            <ac:picMk id="1030" creationId="{13AA196C-257C-45FC-8367-CB6A0A10059C}"/>
          </ac:picMkLst>
        </pc:picChg>
        <pc:picChg chg="add mod">
          <ac:chgData name="Qahtan, A.A.A. (Hakim)" userId="2e0f559b-8f84-4ffd-87e2-eac7fe92b5e6" providerId="ADAL" clId="{6E9D1478-BB00-428C-9801-AEDB4433F89F}" dt="2020-02-17T15:39:46.833" v="3967" actId="1038"/>
          <ac:picMkLst>
            <pc:docMk/>
            <pc:sldMk cId="338245866" sldId="280"/>
            <ac:picMk id="1032" creationId="{2E2E2BFD-E7C7-4963-B8B5-BC326C09BAB8}"/>
          </ac:picMkLst>
        </pc:picChg>
        <pc:picChg chg="add del mod">
          <ac:chgData name="Qahtan, A.A.A. (Hakim)" userId="2e0f559b-8f84-4ffd-87e2-eac7fe92b5e6" providerId="ADAL" clId="{6E9D1478-BB00-428C-9801-AEDB4433F89F}" dt="2020-02-17T15:51:41.933" v="4016" actId="478"/>
          <ac:picMkLst>
            <pc:docMk/>
            <pc:sldMk cId="338245866" sldId="280"/>
            <ac:picMk id="1034" creationId="{EAC1C988-FBBC-45B5-B098-54D410FF142A}"/>
          </ac:picMkLst>
        </pc:picChg>
        <pc:picChg chg="add mod">
          <ac:chgData name="Qahtan, A.A.A. (Hakim)" userId="2e0f559b-8f84-4ffd-87e2-eac7fe92b5e6" providerId="ADAL" clId="{6E9D1478-BB00-428C-9801-AEDB4433F89F}" dt="2020-02-17T15:52:49.659" v="4024" actId="1038"/>
          <ac:picMkLst>
            <pc:docMk/>
            <pc:sldMk cId="338245866" sldId="280"/>
            <ac:picMk id="1036" creationId="{7D7C2746-CD9B-46C5-8E6B-E5D792204514}"/>
          </ac:picMkLst>
        </pc:picChg>
      </pc:sldChg>
      <pc:sldChg chg="addSp delSp modSp add">
        <pc:chgData name="Qahtan, A.A.A. (Hakim)" userId="2e0f559b-8f84-4ffd-87e2-eac7fe92b5e6" providerId="ADAL" clId="{6E9D1478-BB00-428C-9801-AEDB4433F89F}" dt="2020-02-19T10:00:07.418" v="12803" actId="20577"/>
        <pc:sldMkLst>
          <pc:docMk/>
          <pc:sldMk cId="1351504740" sldId="281"/>
        </pc:sldMkLst>
        <pc:spChg chg="del mod">
          <ac:chgData name="Qahtan, A.A.A. (Hakim)" userId="2e0f559b-8f84-4ffd-87e2-eac7fe92b5e6" providerId="ADAL" clId="{6E9D1478-BB00-428C-9801-AEDB4433F89F}" dt="2020-02-17T13:58:55.399" v="3716" actId="478"/>
          <ac:spMkLst>
            <pc:docMk/>
            <pc:sldMk cId="1351504740" sldId="281"/>
            <ac:spMk id="2" creationId="{6F58E363-DEF3-4AC8-A6C7-1973B994C704}"/>
          </ac:spMkLst>
        </pc:spChg>
        <pc:spChg chg="add mod">
          <ac:chgData name="Qahtan, A.A.A. (Hakim)" userId="2e0f559b-8f84-4ffd-87e2-eac7fe92b5e6" providerId="ADAL" clId="{6E9D1478-BB00-428C-9801-AEDB4433F89F}" dt="2020-02-19T10:00:07.418" v="12803" actId="20577"/>
          <ac:spMkLst>
            <pc:docMk/>
            <pc:sldMk cId="1351504740" sldId="281"/>
            <ac:spMk id="4" creationId="{489CF568-EAB2-4141-961B-07E9397559A6}"/>
          </ac:spMkLst>
        </pc:spChg>
        <pc:cxnChg chg="del">
          <ac:chgData name="Qahtan, A.A.A. (Hakim)" userId="2e0f559b-8f84-4ffd-87e2-eac7fe92b5e6" providerId="ADAL" clId="{6E9D1478-BB00-428C-9801-AEDB4433F89F}" dt="2020-02-17T13:58:48.720" v="3714" actId="478"/>
          <ac:cxnSpMkLst>
            <pc:docMk/>
            <pc:sldMk cId="1351504740" sldId="281"/>
            <ac:cxnSpMk id="3" creationId="{3879DA28-57D8-46DC-9BF7-32D7F0AE8996}"/>
          </ac:cxnSpMkLst>
        </pc:cxnChg>
        <pc:cxnChg chg="add">
          <ac:chgData name="Qahtan, A.A.A. (Hakim)" userId="2e0f559b-8f84-4ffd-87e2-eac7fe92b5e6" providerId="ADAL" clId="{6E9D1478-BB00-428C-9801-AEDB4433F89F}" dt="2020-02-17T13:58:45.041" v="3713"/>
          <ac:cxnSpMkLst>
            <pc:docMk/>
            <pc:sldMk cId="1351504740" sldId="281"/>
            <ac:cxnSpMk id="5" creationId="{C806AF92-4C3D-466B-94C7-FB715550C6EB}"/>
          </ac:cxnSpMkLst>
        </pc:cxnChg>
      </pc:sldChg>
      <pc:sldChg chg="modSp add ord">
        <pc:chgData name="Qahtan, A.A.A. (Hakim)" userId="2e0f559b-8f84-4ffd-87e2-eac7fe92b5e6" providerId="ADAL" clId="{6E9D1478-BB00-428C-9801-AEDB4433F89F}" dt="2020-02-17T13:41:01.919" v="3615"/>
        <pc:sldMkLst>
          <pc:docMk/>
          <pc:sldMk cId="813125700" sldId="282"/>
        </pc:sldMkLst>
        <pc:spChg chg="mod">
          <ac:chgData name="Qahtan, A.A.A. (Hakim)" userId="2e0f559b-8f84-4ffd-87e2-eac7fe92b5e6" providerId="ADAL" clId="{6E9D1478-BB00-428C-9801-AEDB4433F89F}" dt="2020-02-17T13:40:38.775" v="3614" actId="20577"/>
          <ac:spMkLst>
            <pc:docMk/>
            <pc:sldMk cId="813125700" sldId="282"/>
            <ac:spMk id="5" creationId="{CDDB1FA9-E983-4B1F-A3ED-1B02562B98B5}"/>
          </ac:spMkLst>
        </pc:spChg>
      </pc:sldChg>
      <pc:sldChg chg="addSp delSp modSp add">
        <pc:chgData name="Qahtan, A.A.A. (Hakim)" userId="2e0f559b-8f84-4ffd-87e2-eac7fe92b5e6" providerId="ADAL" clId="{6E9D1478-BB00-428C-9801-AEDB4433F89F}" dt="2020-02-20T10:51:08.897" v="14730" actId="14100"/>
        <pc:sldMkLst>
          <pc:docMk/>
          <pc:sldMk cId="224280230" sldId="283"/>
        </pc:sldMkLst>
        <pc:spChg chg="del mod">
          <ac:chgData name="Qahtan, A.A.A. (Hakim)" userId="2e0f559b-8f84-4ffd-87e2-eac7fe92b5e6" providerId="ADAL" clId="{6E9D1478-BB00-428C-9801-AEDB4433F89F}" dt="2020-02-17T13:59:07.079" v="3718" actId="478"/>
          <ac:spMkLst>
            <pc:docMk/>
            <pc:sldMk cId="224280230" sldId="283"/>
            <ac:spMk id="2" creationId="{6F58E363-DEF3-4AC8-A6C7-1973B994C704}"/>
          </ac:spMkLst>
        </pc:spChg>
        <pc:spChg chg="add del">
          <ac:chgData name="Qahtan, A.A.A. (Hakim)" userId="2e0f559b-8f84-4ffd-87e2-eac7fe92b5e6" providerId="ADAL" clId="{6E9D1478-BB00-428C-9801-AEDB4433F89F}" dt="2020-02-17T13:59:15.842" v="3721"/>
          <ac:spMkLst>
            <pc:docMk/>
            <pc:sldMk cId="224280230" sldId="283"/>
            <ac:spMk id="4" creationId="{CF43A048-09D6-4E24-8EBB-EDBB818A156C}"/>
          </ac:spMkLst>
        </pc:spChg>
        <pc:spChg chg="add mod">
          <ac:chgData name="Qahtan, A.A.A. (Hakim)" userId="2e0f559b-8f84-4ffd-87e2-eac7fe92b5e6" providerId="ADAL" clId="{6E9D1478-BB00-428C-9801-AEDB4433F89F}" dt="2020-02-20T10:51:08.897" v="14730" actId="14100"/>
          <ac:spMkLst>
            <pc:docMk/>
            <pc:sldMk cId="224280230" sldId="283"/>
            <ac:spMk id="5" creationId="{3F53FFC1-E3F7-413F-9BA8-9CEB75EEC3FD}"/>
          </ac:spMkLst>
        </pc:spChg>
        <pc:cxnChg chg="del">
          <ac:chgData name="Qahtan, A.A.A. (Hakim)" userId="2e0f559b-8f84-4ffd-87e2-eac7fe92b5e6" providerId="ADAL" clId="{6E9D1478-BB00-428C-9801-AEDB4433F89F}" dt="2020-02-17T13:59:08.078" v="3719" actId="478"/>
          <ac:cxnSpMkLst>
            <pc:docMk/>
            <pc:sldMk cId="224280230" sldId="283"/>
            <ac:cxnSpMk id="3" creationId="{3879DA28-57D8-46DC-9BF7-32D7F0AE8996}"/>
          </ac:cxnSpMkLst>
        </pc:cxnChg>
        <pc:cxnChg chg="add">
          <ac:chgData name="Qahtan, A.A.A. (Hakim)" userId="2e0f559b-8f84-4ffd-87e2-eac7fe92b5e6" providerId="ADAL" clId="{6E9D1478-BB00-428C-9801-AEDB4433F89F}" dt="2020-02-17T13:59:30.791" v="3722"/>
          <ac:cxnSpMkLst>
            <pc:docMk/>
            <pc:sldMk cId="224280230" sldId="283"/>
            <ac:cxnSpMk id="6" creationId="{E76CD3B5-1216-46F4-B818-731C1918B707}"/>
          </ac:cxnSpMkLst>
        </pc:cxnChg>
      </pc:sldChg>
      <pc:sldChg chg="addSp delSp modSp add">
        <pc:chgData name="Qahtan, A.A.A. (Hakim)" userId="2e0f559b-8f84-4ffd-87e2-eac7fe92b5e6" providerId="ADAL" clId="{6E9D1478-BB00-428C-9801-AEDB4433F89F}" dt="2020-02-17T14:00:04.514" v="3758"/>
        <pc:sldMkLst>
          <pc:docMk/>
          <pc:sldMk cId="2254402513" sldId="284"/>
        </pc:sldMkLst>
        <pc:spChg chg="del mod">
          <ac:chgData name="Qahtan, A.A.A. (Hakim)" userId="2e0f559b-8f84-4ffd-87e2-eac7fe92b5e6" providerId="ADAL" clId="{6E9D1478-BB00-428C-9801-AEDB4433F89F}" dt="2020-02-17T14:00:01.070" v="3757" actId="478"/>
          <ac:spMkLst>
            <pc:docMk/>
            <pc:sldMk cId="2254402513" sldId="284"/>
            <ac:spMk id="2" creationId="{6F58E363-DEF3-4AC8-A6C7-1973B994C704}"/>
          </ac:spMkLst>
        </pc:spChg>
        <pc:spChg chg="add mod">
          <ac:chgData name="Qahtan, A.A.A. (Hakim)" userId="2e0f559b-8f84-4ffd-87e2-eac7fe92b5e6" providerId="ADAL" clId="{6E9D1478-BB00-428C-9801-AEDB4433F89F}" dt="2020-02-17T14:00:04.514" v="3758"/>
          <ac:spMkLst>
            <pc:docMk/>
            <pc:sldMk cId="2254402513" sldId="284"/>
            <ac:spMk id="4" creationId="{C69EB3E1-E871-45C9-A72B-712C8DF0293C}"/>
          </ac:spMkLst>
        </pc:spChg>
        <pc:cxnChg chg="del">
          <ac:chgData name="Qahtan, A.A.A. (Hakim)" userId="2e0f559b-8f84-4ffd-87e2-eac7fe92b5e6" providerId="ADAL" clId="{6E9D1478-BB00-428C-9801-AEDB4433F89F}" dt="2020-02-17T13:59:53.056" v="3754" actId="478"/>
          <ac:cxnSpMkLst>
            <pc:docMk/>
            <pc:sldMk cId="2254402513" sldId="284"/>
            <ac:cxnSpMk id="3" creationId="{3879DA28-57D8-46DC-9BF7-32D7F0AE8996}"/>
          </ac:cxnSpMkLst>
        </pc:cxnChg>
        <pc:cxnChg chg="add">
          <ac:chgData name="Qahtan, A.A.A. (Hakim)" userId="2e0f559b-8f84-4ffd-87e2-eac7fe92b5e6" providerId="ADAL" clId="{6E9D1478-BB00-428C-9801-AEDB4433F89F}" dt="2020-02-17T13:59:54.330" v="3755"/>
          <ac:cxnSpMkLst>
            <pc:docMk/>
            <pc:sldMk cId="2254402513" sldId="284"/>
            <ac:cxnSpMk id="5" creationId="{ECE2672A-E667-4618-90A7-B6FFFDD25965}"/>
          </ac:cxnSpMkLst>
        </pc:cxnChg>
      </pc:sldChg>
      <pc:sldChg chg="addSp delSp modSp add mod setBg">
        <pc:chgData name="Qahtan, A.A.A. (Hakim)" userId="2e0f559b-8f84-4ffd-87e2-eac7fe92b5e6" providerId="ADAL" clId="{6E9D1478-BB00-428C-9801-AEDB4433F89F}" dt="2020-02-19T09:58:39.712" v="12775" actId="1076"/>
        <pc:sldMkLst>
          <pc:docMk/>
          <pc:sldMk cId="1386921914" sldId="285"/>
        </pc:sldMkLst>
        <pc:spChg chg="mod">
          <ac:chgData name="Qahtan, A.A.A. (Hakim)" userId="2e0f559b-8f84-4ffd-87e2-eac7fe92b5e6" providerId="ADAL" clId="{6E9D1478-BB00-428C-9801-AEDB4433F89F}" dt="2020-02-19T09:58:39.712" v="12775" actId="1076"/>
          <ac:spMkLst>
            <pc:docMk/>
            <pc:sldMk cId="1386921914" sldId="285"/>
            <ac:spMk id="2" creationId="{285AF5F2-267A-4A6E-AAB7-2C088BAE714C}"/>
          </ac:spMkLst>
        </pc:spChg>
        <pc:spChg chg="del">
          <ac:chgData name="Qahtan, A.A.A. (Hakim)" userId="2e0f559b-8f84-4ffd-87e2-eac7fe92b5e6" providerId="ADAL" clId="{6E9D1478-BB00-428C-9801-AEDB4433F89F}" dt="2020-02-17T15:51:18.897" v="4014" actId="478"/>
          <ac:spMkLst>
            <pc:docMk/>
            <pc:sldMk cId="1386921914" sldId="285"/>
            <ac:spMk id="4" creationId="{09124114-67B2-4C5E-8373-6388F482F1B5}"/>
          </ac:spMkLst>
        </pc:spChg>
        <pc:spChg chg="mod">
          <ac:chgData name="Qahtan, A.A.A. (Hakim)" userId="2e0f559b-8f84-4ffd-87e2-eac7fe92b5e6" providerId="ADAL" clId="{6E9D1478-BB00-428C-9801-AEDB4433F89F}" dt="2020-02-17T16:06:56.667" v="4450" actId="6549"/>
          <ac:spMkLst>
            <pc:docMk/>
            <pc:sldMk cId="1386921914" sldId="285"/>
            <ac:spMk id="5" creationId="{CDDB1FA9-E983-4B1F-A3ED-1B02562B98B5}"/>
          </ac:spMkLst>
        </pc:spChg>
        <pc:spChg chg="del">
          <ac:chgData name="Qahtan, A.A.A. (Hakim)" userId="2e0f559b-8f84-4ffd-87e2-eac7fe92b5e6" providerId="ADAL" clId="{6E9D1478-BB00-428C-9801-AEDB4433F89F}" dt="2020-02-17T15:51:18.897" v="4014" actId="478"/>
          <ac:spMkLst>
            <pc:docMk/>
            <pc:sldMk cId="1386921914" sldId="285"/>
            <ac:spMk id="15" creationId="{9D79D9BB-3A86-4F89-80AD-A5306F5F58B5}"/>
          </ac:spMkLst>
        </pc:spChg>
        <pc:spChg chg="add del">
          <ac:chgData name="Qahtan, A.A.A. (Hakim)" userId="2e0f559b-8f84-4ffd-87e2-eac7fe92b5e6" providerId="ADAL" clId="{6E9D1478-BB00-428C-9801-AEDB4433F89F}" dt="2020-02-17T15:53:26.675" v="4027" actId="26606"/>
          <ac:spMkLst>
            <pc:docMk/>
            <pc:sldMk cId="1386921914" sldId="285"/>
            <ac:spMk id="16" creationId="{7092192A-BE74-48D3-8A7D-FCCAFFD0DF29}"/>
          </ac:spMkLst>
        </pc:spChg>
        <pc:spChg chg="del">
          <ac:chgData name="Qahtan, A.A.A. (Hakim)" userId="2e0f559b-8f84-4ffd-87e2-eac7fe92b5e6" providerId="ADAL" clId="{6E9D1478-BB00-428C-9801-AEDB4433F89F}" dt="2020-02-17T15:51:21.921" v="4015" actId="478"/>
          <ac:spMkLst>
            <pc:docMk/>
            <pc:sldMk cId="1386921914" sldId="285"/>
            <ac:spMk id="17" creationId="{8E40A9A8-7BC0-4634-B1AA-D7234494638D}"/>
          </ac:spMkLst>
        </pc:spChg>
        <pc:spChg chg="del">
          <ac:chgData name="Qahtan, A.A.A. (Hakim)" userId="2e0f559b-8f84-4ffd-87e2-eac7fe92b5e6" providerId="ADAL" clId="{6E9D1478-BB00-428C-9801-AEDB4433F89F}" dt="2020-02-17T15:51:21.921" v="4015" actId="478"/>
          <ac:spMkLst>
            <pc:docMk/>
            <pc:sldMk cId="1386921914" sldId="285"/>
            <ac:spMk id="18" creationId="{D2477B68-F002-4E86-9B90-8E212842EAEE}"/>
          </ac:spMkLst>
        </pc:spChg>
        <pc:spChg chg="add mod">
          <ac:chgData name="Qahtan, A.A.A. (Hakim)" userId="2e0f559b-8f84-4ffd-87e2-eac7fe92b5e6" providerId="ADAL" clId="{6E9D1478-BB00-428C-9801-AEDB4433F89F}" dt="2020-02-19T09:53:44.392" v="12713" actId="6549"/>
          <ac:spMkLst>
            <pc:docMk/>
            <pc:sldMk cId="1386921914" sldId="285"/>
            <ac:spMk id="19" creationId="{0F29794F-9340-4808-BF22-B1301691208D}"/>
          </ac:spMkLst>
        </pc:spChg>
        <pc:spChg chg="add del">
          <ac:chgData name="Qahtan, A.A.A. (Hakim)" userId="2e0f559b-8f84-4ffd-87e2-eac7fe92b5e6" providerId="ADAL" clId="{6E9D1478-BB00-428C-9801-AEDB4433F89F}" dt="2020-02-17T15:53:26.650" v="4026" actId="26606"/>
          <ac:spMkLst>
            <pc:docMk/>
            <pc:sldMk cId="1386921914" sldId="285"/>
            <ac:spMk id="71" creationId="{C0B27210-D0CA-4654-B3E3-9ABB4F178EA1}"/>
          </ac:spMkLst>
        </pc:spChg>
        <pc:spChg chg="add del">
          <ac:chgData name="Qahtan, A.A.A. (Hakim)" userId="2e0f559b-8f84-4ffd-87e2-eac7fe92b5e6" providerId="ADAL" clId="{6E9D1478-BB00-428C-9801-AEDB4433F89F}" dt="2020-02-17T15:53:26.650" v="4026" actId="26606"/>
          <ac:spMkLst>
            <pc:docMk/>
            <pc:sldMk cId="1386921914" sldId="285"/>
            <ac:spMk id="73" creationId="{1DB7C82F-AB7E-4F0C-B829-FA1B9C415180}"/>
          </ac:spMkLst>
        </pc:spChg>
        <pc:spChg chg="add del">
          <ac:chgData name="Qahtan, A.A.A. (Hakim)" userId="2e0f559b-8f84-4ffd-87e2-eac7fe92b5e6" providerId="ADAL" clId="{6E9D1478-BB00-428C-9801-AEDB4433F89F}" dt="2020-02-17T15:53:26.650" v="4026" actId="26606"/>
          <ac:spMkLst>
            <pc:docMk/>
            <pc:sldMk cId="1386921914" sldId="285"/>
            <ac:spMk id="75" creationId="{70B66945-4967-4040-926D-DCA44313CDAB}"/>
          </ac:spMkLst>
        </pc:spChg>
        <pc:spChg chg="add">
          <ac:chgData name="Qahtan, A.A.A. (Hakim)" userId="2e0f559b-8f84-4ffd-87e2-eac7fe92b5e6" providerId="ADAL" clId="{6E9D1478-BB00-428C-9801-AEDB4433F89F}" dt="2020-02-17T15:53:26.675" v="4027" actId="26606"/>
          <ac:spMkLst>
            <pc:docMk/>
            <pc:sldMk cId="1386921914" sldId="285"/>
            <ac:spMk id="1029" creationId="{AB45A142-4255-493C-8284-5D566C121B10}"/>
          </ac:spMkLst>
        </pc:spChg>
        <pc:graphicFrameChg chg="add mod modGraphic">
          <ac:chgData name="Qahtan, A.A.A. (Hakim)" userId="2e0f559b-8f84-4ffd-87e2-eac7fe92b5e6" providerId="ADAL" clId="{6E9D1478-BB00-428C-9801-AEDB4433F89F}" dt="2020-02-19T09:57:04.320" v="12761"/>
          <ac:graphicFrameMkLst>
            <pc:docMk/>
            <pc:sldMk cId="1386921914" sldId="285"/>
            <ac:graphicFrameMk id="3" creationId="{959DE94D-69A1-48AE-B043-DAFEAE415D2E}"/>
          </ac:graphicFrameMkLst>
        </pc:graphicFrameChg>
        <pc:picChg chg="mod">
          <ac:chgData name="Qahtan, A.A.A. (Hakim)" userId="2e0f559b-8f84-4ffd-87e2-eac7fe92b5e6" providerId="ADAL" clId="{6E9D1478-BB00-428C-9801-AEDB4433F89F}" dt="2020-02-17T15:53:45.567" v="4030" actId="14100"/>
          <ac:picMkLst>
            <pc:docMk/>
            <pc:sldMk cId="1386921914" sldId="285"/>
            <ac:picMk id="1026" creationId="{7FD958BD-87E1-4EB3-B6A3-BB5D0AA398EB}"/>
          </ac:picMkLst>
        </pc:picChg>
        <pc:picChg chg="del">
          <ac:chgData name="Qahtan, A.A.A. (Hakim)" userId="2e0f559b-8f84-4ffd-87e2-eac7fe92b5e6" providerId="ADAL" clId="{6E9D1478-BB00-428C-9801-AEDB4433F89F}" dt="2020-02-17T15:51:18.897" v="4014" actId="478"/>
          <ac:picMkLst>
            <pc:docMk/>
            <pc:sldMk cId="1386921914" sldId="285"/>
            <ac:picMk id="1028" creationId="{8151CFEF-70CD-4B7B-B8BC-5C2C03851D15}"/>
          </ac:picMkLst>
        </pc:picChg>
        <pc:picChg chg="del">
          <ac:chgData name="Qahtan, A.A.A. (Hakim)" userId="2e0f559b-8f84-4ffd-87e2-eac7fe92b5e6" providerId="ADAL" clId="{6E9D1478-BB00-428C-9801-AEDB4433F89F}" dt="2020-02-17T15:51:18.897" v="4014" actId="478"/>
          <ac:picMkLst>
            <pc:docMk/>
            <pc:sldMk cId="1386921914" sldId="285"/>
            <ac:picMk id="1030" creationId="{13AA196C-257C-45FC-8367-CB6A0A10059C}"/>
          </ac:picMkLst>
        </pc:picChg>
        <pc:picChg chg="del">
          <ac:chgData name="Qahtan, A.A.A. (Hakim)" userId="2e0f559b-8f84-4ffd-87e2-eac7fe92b5e6" providerId="ADAL" clId="{6E9D1478-BB00-428C-9801-AEDB4433F89F}" dt="2020-02-17T15:51:21.921" v="4015" actId="478"/>
          <ac:picMkLst>
            <pc:docMk/>
            <pc:sldMk cId="1386921914" sldId="285"/>
            <ac:picMk id="1032" creationId="{2E2E2BFD-E7C7-4963-B8B5-BC326C09BAB8}"/>
          </ac:picMkLst>
        </pc:picChg>
        <pc:picChg chg="del">
          <ac:chgData name="Qahtan, A.A.A. (Hakim)" userId="2e0f559b-8f84-4ffd-87e2-eac7fe92b5e6" providerId="ADAL" clId="{6E9D1478-BB00-428C-9801-AEDB4433F89F}" dt="2020-02-17T15:51:21.921" v="4015" actId="478"/>
          <ac:picMkLst>
            <pc:docMk/>
            <pc:sldMk cId="1386921914" sldId="285"/>
            <ac:picMk id="1034" creationId="{EAC1C988-FBBC-45B5-B098-54D410FF142A}"/>
          </ac:picMkLst>
        </pc:picChg>
        <pc:cxnChg chg="add">
          <ac:chgData name="Qahtan, A.A.A. (Hakim)" userId="2e0f559b-8f84-4ffd-87e2-eac7fe92b5e6" providerId="ADAL" clId="{6E9D1478-BB00-428C-9801-AEDB4433F89F}" dt="2020-02-17T15:53:26.675" v="4027" actId="26606"/>
          <ac:cxnSpMkLst>
            <pc:docMk/>
            <pc:sldMk cId="1386921914" sldId="285"/>
            <ac:cxnSpMk id="1031" creationId="{38FB9660-F42F-4313-BBC4-47C007FE484C}"/>
          </ac:cxnSpMkLst>
        </pc:cxnChg>
      </pc:sldChg>
      <pc:sldChg chg="addSp delSp modSp add">
        <pc:chgData name="Qahtan, A.A.A. (Hakim)" userId="2e0f559b-8f84-4ffd-87e2-eac7fe92b5e6" providerId="ADAL" clId="{6E9D1478-BB00-428C-9801-AEDB4433F89F}" dt="2020-02-19T09:58:50.447" v="12781" actId="16959"/>
        <pc:sldMkLst>
          <pc:docMk/>
          <pc:sldMk cId="3313169409" sldId="286"/>
        </pc:sldMkLst>
        <pc:spChg chg="mod">
          <ac:chgData name="Qahtan, A.A.A. (Hakim)" userId="2e0f559b-8f84-4ffd-87e2-eac7fe92b5e6" providerId="ADAL" clId="{6E9D1478-BB00-428C-9801-AEDB4433F89F}" dt="2020-02-19T09:58:50.447" v="12781" actId="16959"/>
          <ac:spMkLst>
            <pc:docMk/>
            <pc:sldMk cId="3313169409" sldId="286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16:06:54.011" v="4449" actId="6549"/>
          <ac:spMkLst>
            <pc:docMk/>
            <pc:sldMk cId="3313169409" sldId="286"/>
            <ac:spMk id="5" creationId="{CDDB1FA9-E983-4B1F-A3ED-1B02562B98B5}"/>
          </ac:spMkLst>
        </pc:spChg>
        <pc:graphicFrameChg chg="add mod modGraphic">
          <ac:chgData name="Qahtan, A.A.A. (Hakim)" userId="2e0f559b-8f84-4ffd-87e2-eac7fe92b5e6" providerId="ADAL" clId="{6E9D1478-BB00-428C-9801-AEDB4433F89F}" dt="2020-02-19T09:57:36.920" v="12768" actId="20577"/>
          <ac:graphicFrameMkLst>
            <pc:docMk/>
            <pc:sldMk cId="3313169409" sldId="286"/>
            <ac:graphicFrameMk id="8" creationId="{17B3320C-5A73-4C1C-BBB8-BE201CB47DD2}"/>
          </ac:graphicFrameMkLst>
        </pc:graphicFrameChg>
        <pc:picChg chg="add mod">
          <ac:chgData name="Qahtan, A.A.A. (Hakim)" userId="2e0f559b-8f84-4ffd-87e2-eac7fe92b5e6" providerId="ADAL" clId="{6E9D1478-BB00-428C-9801-AEDB4433F89F}" dt="2020-02-17T15:59:35.803" v="4243" actId="1076"/>
          <ac:picMkLst>
            <pc:docMk/>
            <pc:sldMk cId="3313169409" sldId="286"/>
            <ac:picMk id="7" creationId="{7E2AA2C0-9093-4433-ABD8-715A06BDEF7F}"/>
          </ac:picMkLst>
        </pc:picChg>
        <pc:picChg chg="del">
          <ac:chgData name="Qahtan, A.A.A. (Hakim)" userId="2e0f559b-8f84-4ffd-87e2-eac7fe92b5e6" providerId="ADAL" clId="{6E9D1478-BB00-428C-9801-AEDB4433F89F}" dt="2020-02-17T15:58:42.489" v="4237" actId="478"/>
          <ac:picMkLst>
            <pc:docMk/>
            <pc:sldMk cId="3313169409" sldId="286"/>
            <ac:picMk id="1026" creationId="{7FD958BD-87E1-4EB3-B6A3-BB5D0AA398EB}"/>
          </ac:picMkLst>
        </pc:picChg>
      </pc:sldChg>
      <pc:sldChg chg="addSp delSp modSp add mod setBg setClrOvrMap">
        <pc:chgData name="Qahtan, A.A.A. (Hakim)" userId="2e0f559b-8f84-4ffd-87e2-eac7fe92b5e6" providerId="ADAL" clId="{6E9D1478-BB00-428C-9801-AEDB4433F89F}" dt="2020-02-19T09:59:48.072" v="12794" actId="1076"/>
        <pc:sldMkLst>
          <pc:docMk/>
          <pc:sldMk cId="1570384897" sldId="287"/>
        </pc:sldMkLst>
        <pc:spChg chg="mod">
          <ac:chgData name="Qahtan, A.A.A. (Hakim)" userId="2e0f559b-8f84-4ffd-87e2-eac7fe92b5e6" providerId="ADAL" clId="{6E9D1478-BB00-428C-9801-AEDB4433F89F}" dt="2020-02-19T09:59:03.443" v="12787" actId="16959"/>
          <ac:spMkLst>
            <pc:docMk/>
            <pc:sldMk cId="1570384897" sldId="287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16:07:58.210" v="4478" actId="20577"/>
          <ac:spMkLst>
            <pc:docMk/>
            <pc:sldMk cId="1570384897" sldId="287"/>
            <ac:spMk id="5" creationId="{CDDB1FA9-E983-4B1F-A3ED-1B02562B98B5}"/>
          </ac:spMkLst>
        </pc:spChg>
        <pc:spChg chg="add del">
          <ac:chgData name="Qahtan, A.A.A. (Hakim)" userId="2e0f559b-8f84-4ffd-87e2-eac7fe92b5e6" providerId="ADAL" clId="{6E9D1478-BB00-428C-9801-AEDB4433F89F}" dt="2020-02-17T16:02:18.427" v="4334" actId="26606"/>
          <ac:spMkLst>
            <pc:docMk/>
            <pc:sldMk cId="1570384897" sldId="287"/>
            <ac:spMk id="76" creationId="{B0792D4F-247E-46FE-85FC-881DEFA41D94}"/>
          </ac:spMkLst>
        </pc:spChg>
        <pc:spChg chg="add del">
          <ac:chgData name="Qahtan, A.A.A. (Hakim)" userId="2e0f559b-8f84-4ffd-87e2-eac7fe92b5e6" providerId="ADAL" clId="{6E9D1478-BB00-428C-9801-AEDB4433F89F}" dt="2020-02-17T16:02:18.427" v="4334" actId="26606"/>
          <ac:spMkLst>
            <pc:docMk/>
            <pc:sldMk cId="1570384897" sldId="287"/>
            <ac:spMk id="1029" creationId="{AB45A142-4255-493C-8284-5D566C121B10}"/>
          </ac:spMkLst>
        </pc:spChg>
        <pc:graphicFrameChg chg="add mod modGraphic">
          <ac:chgData name="Qahtan, A.A.A. (Hakim)" userId="2e0f559b-8f84-4ffd-87e2-eac7fe92b5e6" providerId="ADAL" clId="{6E9D1478-BB00-428C-9801-AEDB4433F89F}" dt="2020-02-19T09:59:48.072" v="12794" actId="1076"/>
          <ac:graphicFrameMkLst>
            <pc:docMk/>
            <pc:sldMk cId="1570384897" sldId="287"/>
            <ac:graphicFrameMk id="16" creationId="{68C3900A-F334-4933-924B-FE6919967D8C}"/>
          </ac:graphicFrameMkLst>
        </pc:graphicFrameChg>
        <pc:picChg chg="del">
          <ac:chgData name="Qahtan, A.A.A. (Hakim)" userId="2e0f559b-8f84-4ffd-87e2-eac7fe92b5e6" providerId="ADAL" clId="{6E9D1478-BB00-428C-9801-AEDB4433F89F}" dt="2020-02-17T16:02:12.096" v="4331" actId="478"/>
          <ac:picMkLst>
            <pc:docMk/>
            <pc:sldMk cId="1570384897" sldId="287"/>
            <ac:picMk id="7" creationId="{7E2AA2C0-9093-4433-ABD8-715A06BDEF7F}"/>
          </ac:picMkLst>
        </pc:picChg>
        <pc:picChg chg="add mod">
          <ac:chgData name="Qahtan, A.A.A. (Hakim)" userId="2e0f559b-8f84-4ffd-87e2-eac7fe92b5e6" providerId="ADAL" clId="{6E9D1478-BB00-428C-9801-AEDB4433F89F}" dt="2020-02-17T16:05:00.040" v="4353" actId="1076"/>
          <ac:picMkLst>
            <pc:docMk/>
            <pc:sldMk cId="1570384897" sldId="287"/>
            <ac:picMk id="8" creationId="{083DBD54-5920-4234-A17A-474884034C2A}"/>
          </ac:picMkLst>
        </pc:picChg>
        <pc:cxnChg chg="add del mod">
          <ac:chgData name="Qahtan, A.A.A. (Hakim)" userId="2e0f559b-8f84-4ffd-87e2-eac7fe92b5e6" providerId="ADAL" clId="{6E9D1478-BB00-428C-9801-AEDB4433F89F}" dt="2020-02-17T16:04:55.674" v="4352" actId="11529"/>
          <ac:cxnSpMkLst>
            <pc:docMk/>
            <pc:sldMk cId="1570384897" sldId="287"/>
            <ac:cxnSpMk id="4" creationId="{B1223765-8A2F-4DC4-909F-2F7FD7F34D93}"/>
          </ac:cxnSpMkLst>
        </pc:cxnChg>
        <pc:cxnChg chg="add del">
          <ac:chgData name="Qahtan, A.A.A. (Hakim)" userId="2e0f559b-8f84-4ffd-87e2-eac7fe92b5e6" providerId="ADAL" clId="{6E9D1478-BB00-428C-9801-AEDB4433F89F}" dt="2020-02-17T16:02:18.427" v="4334" actId="26606"/>
          <ac:cxnSpMkLst>
            <pc:docMk/>
            <pc:sldMk cId="1570384897" sldId="287"/>
            <ac:cxnSpMk id="78" creationId="{749A7284-D010-4ACB-A08A-FC3C3689B5EB}"/>
          </ac:cxnSpMkLst>
        </pc:cxnChg>
        <pc:cxnChg chg="add del">
          <ac:chgData name="Qahtan, A.A.A. (Hakim)" userId="2e0f559b-8f84-4ffd-87e2-eac7fe92b5e6" providerId="ADAL" clId="{6E9D1478-BB00-428C-9801-AEDB4433F89F}" dt="2020-02-17T16:02:18.427" v="4334" actId="26606"/>
          <ac:cxnSpMkLst>
            <pc:docMk/>
            <pc:sldMk cId="1570384897" sldId="287"/>
            <ac:cxnSpMk id="1031" creationId="{38FB9660-F42F-4313-BBC4-47C007FE484C}"/>
          </ac:cxnSpMkLst>
        </pc:cxnChg>
      </pc:sldChg>
      <pc:sldChg chg="modSp add">
        <pc:chgData name="Qahtan, A.A.A. (Hakim)" userId="2e0f559b-8f84-4ffd-87e2-eac7fe92b5e6" providerId="ADAL" clId="{6E9D1478-BB00-428C-9801-AEDB4433F89F}" dt="2020-02-17T16:09:02.770" v="4497" actId="20577"/>
        <pc:sldMkLst>
          <pc:docMk/>
          <pc:sldMk cId="2835916532" sldId="288"/>
        </pc:sldMkLst>
        <pc:spChg chg="mod">
          <ac:chgData name="Qahtan, A.A.A. (Hakim)" userId="2e0f559b-8f84-4ffd-87e2-eac7fe92b5e6" providerId="ADAL" clId="{6E9D1478-BB00-428C-9801-AEDB4433F89F}" dt="2020-02-17T16:09:02.770" v="4497" actId="20577"/>
          <ac:spMkLst>
            <pc:docMk/>
            <pc:sldMk cId="2835916532" sldId="288"/>
            <ac:spMk id="4" creationId="{489CF568-EAB2-4141-961B-07E9397559A6}"/>
          </ac:spMkLst>
        </pc:spChg>
      </pc:sldChg>
      <pc:sldChg chg="addSp delSp modSp add">
        <pc:chgData name="Qahtan, A.A.A. (Hakim)" userId="2e0f559b-8f84-4ffd-87e2-eac7fe92b5e6" providerId="ADAL" clId="{6E9D1478-BB00-428C-9801-AEDB4433F89F}" dt="2020-02-17T16:14:18.559" v="4737" actId="20577"/>
        <pc:sldMkLst>
          <pc:docMk/>
          <pc:sldMk cId="2815111660" sldId="289"/>
        </pc:sldMkLst>
        <pc:spChg chg="mod">
          <ac:chgData name="Qahtan, A.A.A. (Hakim)" userId="2e0f559b-8f84-4ffd-87e2-eac7fe92b5e6" providerId="ADAL" clId="{6E9D1478-BB00-428C-9801-AEDB4433F89F}" dt="2020-02-17T16:09:57.152" v="4512" actId="6549"/>
          <ac:spMkLst>
            <pc:docMk/>
            <pc:sldMk cId="2815111660" sldId="289"/>
            <ac:spMk id="2" creationId="{285AF5F2-267A-4A6E-AAB7-2C088BAE714C}"/>
          </ac:spMkLst>
        </pc:spChg>
        <pc:spChg chg="del">
          <ac:chgData name="Qahtan, A.A.A. (Hakim)" userId="2e0f559b-8f84-4ffd-87e2-eac7fe92b5e6" providerId="ADAL" clId="{6E9D1478-BB00-428C-9801-AEDB4433F89F}" dt="2020-02-17T16:10:29.117" v="4516" actId="478"/>
          <ac:spMkLst>
            <pc:docMk/>
            <pc:sldMk cId="2815111660" sldId="289"/>
            <ac:spMk id="3" creationId="{C1825166-E312-42E3-86E9-D4580053EAA4}"/>
          </ac:spMkLst>
        </pc:spChg>
        <pc:spChg chg="add del mod">
          <ac:chgData name="Qahtan, A.A.A. (Hakim)" userId="2e0f559b-8f84-4ffd-87e2-eac7fe92b5e6" providerId="ADAL" clId="{6E9D1478-BB00-428C-9801-AEDB4433F89F}" dt="2020-02-17T16:10:30.895" v="4517" actId="478"/>
          <ac:spMkLst>
            <pc:docMk/>
            <pc:sldMk cId="2815111660" sldId="289"/>
            <ac:spMk id="5" creationId="{06665BF3-6E17-45D7-9E8F-AFB0B58E30AA}"/>
          </ac:spMkLst>
        </pc:spChg>
        <pc:spChg chg="mod">
          <ac:chgData name="Qahtan, A.A.A. (Hakim)" userId="2e0f559b-8f84-4ffd-87e2-eac7fe92b5e6" providerId="ADAL" clId="{6E9D1478-BB00-428C-9801-AEDB4433F89F}" dt="2020-02-17T16:10:47.079" v="4544" actId="1036"/>
          <ac:spMkLst>
            <pc:docMk/>
            <pc:sldMk cId="2815111660" sldId="289"/>
            <ac:spMk id="20" creationId="{C2AF7CEA-EA81-498D-ABF4-0132B5AE6AB8}"/>
          </ac:spMkLst>
        </pc:spChg>
        <pc:spChg chg="mod">
          <ac:chgData name="Qahtan, A.A.A. (Hakim)" userId="2e0f559b-8f84-4ffd-87e2-eac7fe92b5e6" providerId="ADAL" clId="{6E9D1478-BB00-428C-9801-AEDB4433F89F}" dt="2020-02-17T16:10:47.079" v="4544" actId="1036"/>
          <ac:spMkLst>
            <pc:docMk/>
            <pc:sldMk cId="2815111660" sldId="289"/>
            <ac:spMk id="30" creationId="{B6473A99-77B8-46F0-B85E-400DDBA09E1F}"/>
          </ac:spMkLst>
        </pc:spChg>
        <pc:graphicFrameChg chg="mod modGraphic">
          <ac:chgData name="Qahtan, A.A.A. (Hakim)" userId="2e0f559b-8f84-4ffd-87e2-eac7fe92b5e6" providerId="ADAL" clId="{6E9D1478-BB00-428C-9801-AEDB4433F89F}" dt="2020-02-17T16:14:18.559" v="4737" actId="20577"/>
          <ac:graphicFrameMkLst>
            <pc:docMk/>
            <pc:sldMk cId="2815111660" sldId="289"/>
            <ac:graphicFrameMk id="6" creationId="{9A07A113-3943-4B90-8477-959D9E624C51}"/>
          </ac:graphicFrameMkLst>
        </pc:graphicFrameChg>
        <pc:cxnChg chg="mod">
          <ac:chgData name="Qahtan, A.A.A. (Hakim)" userId="2e0f559b-8f84-4ffd-87e2-eac7fe92b5e6" providerId="ADAL" clId="{6E9D1478-BB00-428C-9801-AEDB4433F89F}" dt="2020-02-17T16:10:47.079" v="4544" actId="1036"/>
          <ac:cxnSpMkLst>
            <pc:docMk/>
            <pc:sldMk cId="2815111660" sldId="289"/>
            <ac:cxnSpMk id="9" creationId="{99FCFD2A-A2C6-4591-8D23-206BD9641F22}"/>
          </ac:cxnSpMkLst>
        </pc:cxnChg>
        <pc:cxnChg chg="mod">
          <ac:chgData name="Qahtan, A.A.A. (Hakim)" userId="2e0f559b-8f84-4ffd-87e2-eac7fe92b5e6" providerId="ADAL" clId="{6E9D1478-BB00-428C-9801-AEDB4433F89F}" dt="2020-02-17T16:10:47.079" v="4544" actId="1036"/>
          <ac:cxnSpMkLst>
            <pc:docMk/>
            <pc:sldMk cId="2815111660" sldId="289"/>
            <ac:cxnSpMk id="12" creationId="{7418DC92-B41F-48C3-B43E-3F566C1F73E3}"/>
          </ac:cxnSpMkLst>
        </pc:cxnChg>
        <pc:cxnChg chg="mod">
          <ac:chgData name="Qahtan, A.A.A. (Hakim)" userId="2e0f559b-8f84-4ffd-87e2-eac7fe92b5e6" providerId="ADAL" clId="{6E9D1478-BB00-428C-9801-AEDB4433F89F}" dt="2020-02-17T16:10:47.079" v="4544" actId="1036"/>
          <ac:cxnSpMkLst>
            <pc:docMk/>
            <pc:sldMk cId="2815111660" sldId="289"/>
            <ac:cxnSpMk id="16" creationId="{B2F68F2D-A688-4F2F-A1BC-F9BBCEC3C5D2}"/>
          </ac:cxnSpMkLst>
        </pc:cxnChg>
        <pc:cxnChg chg="mod">
          <ac:chgData name="Qahtan, A.A.A. (Hakim)" userId="2e0f559b-8f84-4ffd-87e2-eac7fe92b5e6" providerId="ADAL" clId="{6E9D1478-BB00-428C-9801-AEDB4433F89F}" dt="2020-02-17T16:10:47.079" v="4544" actId="1036"/>
          <ac:cxnSpMkLst>
            <pc:docMk/>
            <pc:sldMk cId="2815111660" sldId="289"/>
            <ac:cxnSpMk id="18" creationId="{488C70D0-7B48-4C3D-8DFD-C85A650122F3}"/>
          </ac:cxnSpMkLst>
        </pc:cxnChg>
        <pc:cxnChg chg="mod">
          <ac:chgData name="Qahtan, A.A.A. (Hakim)" userId="2e0f559b-8f84-4ffd-87e2-eac7fe92b5e6" providerId="ADAL" clId="{6E9D1478-BB00-428C-9801-AEDB4433F89F}" dt="2020-02-17T16:10:47.079" v="4544" actId="1036"/>
          <ac:cxnSpMkLst>
            <pc:docMk/>
            <pc:sldMk cId="2815111660" sldId="289"/>
            <ac:cxnSpMk id="21" creationId="{ADA4111C-73CC-4470-9AC5-6FCD814A5E2E}"/>
          </ac:cxnSpMkLst>
        </pc:cxnChg>
        <pc:cxnChg chg="mod">
          <ac:chgData name="Qahtan, A.A.A. (Hakim)" userId="2e0f559b-8f84-4ffd-87e2-eac7fe92b5e6" providerId="ADAL" clId="{6E9D1478-BB00-428C-9801-AEDB4433F89F}" dt="2020-02-17T16:10:47.079" v="4544" actId="1036"/>
          <ac:cxnSpMkLst>
            <pc:docMk/>
            <pc:sldMk cId="2815111660" sldId="289"/>
            <ac:cxnSpMk id="24" creationId="{0E48E9CE-B241-4C7B-B37D-1CE27A2A244D}"/>
          </ac:cxnSpMkLst>
        </pc:cxnChg>
        <pc:cxnChg chg="mod">
          <ac:chgData name="Qahtan, A.A.A. (Hakim)" userId="2e0f559b-8f84-4ffd-87e2-eac7fe92b5e6" providerId="ADAL" clId="{6E9D1478-BB00-428C-9801-AEDB4433F89F}" dt="2020-02-17T16:10:47.079" v="4544" actId="1036"/>
          <ac:cxnSpMkLst>
            <pc:docMk/>
            <pc:sldMk cId="2815111660" sldId="289"/>
            <ac:cxnSpMk id="26" creationId="{6636CB7C-3D5C-42FF-94FB-D047E203121E}"/>
          </ac:cxnSpMkLst>
        </pc:cxnChg>
        <pc:cxnChg chg="mod">
          <ac:chgData name="Qahtan, A.A.A. (Hakim)" userId="2e0f559b-8f84-4ffd-87e2-eac7fe92b5e6" providerId="ADAL" clId="{6E9D1478-BB00-428C-9801-AEDB4433F89F}" dt="2020-02-17T16:10:47.079" v="4544" actId="1036"/>
          <ac:cxnSpMkLst>
            <pc:docMk/>
            <pc:sldMk cId="2815111660" sldId="289"/>
            <ac:cxnSpMk id="28" creationId="{39045682-24D1-4F02-9EC3-F49D731D3B3A}"/>
          </ac:cxnSpMkLst>
        </pc:cxnChg>
      </pc:sldChg>
      <pc:sldChg chg="addSp delSp modSp add">
        <pc:chgData name="Qahtan, A.A.A. (Hakim)" userId="2e0f559b-8f84-4ffd-87e2-eac7fe92b5e6" providerId="ADAL" clId="{6E9D1478-BB00-428C-9801-AEDB4433F89F}" dt="2020-02-19T14:30:54.703" v="13742" actId="20577"/>
        <pc:sldMkLst>
          <pc:docMk/>
          <pc:sldMk cId="748783624" sldId="290"/>
        </pc:sldMkLst>
        <pc:spChg chg="mod">
          <ac:chgData name="Qahtan, A.A.A. (Hakim)" userId="2e0f559b-8f84-4ffd-87e2-eac7fe92b5e6" providerId="ADAL" clId="{6E9D1478-BB00-428C-9801-AEDB4433F89F}" dt="2020-02-17T16:11:33.967" v="4565" actId="20577"/>
          <ac:spMkLst>
            <pc:docMk/>
            <pc:sldMk cId="748783624" sldId="290"/>
            <ac:spMk id="2" creationId="{285AF5F2-267A-4A6E-AAB7-2C088BAE714C}"/>
          </ac:spMkLst>
        </pc:spChg>
        <pc:spChg chg="add del mod">
          <ac:chgData name="Qahtan, A.A.A. (Hakim)" userId="2e0f559b-8f84-4ffd-87e2-eac7fe92b5e6" providerId="ADAL" clId="{6E9D1478-BB00-428C-9801-AEDB4433F89F}" dt="2020-02-17T16:16:40.837" v="4887" actId="20577"/>
          <ac:spMkLst>
            <pc:docMk/>
            <pc:sldMk cId="748783624" sldId="290"/>
            <ac:spMk id="20" creationId="{C2AF7CEA-EA81-498D-ABF4-0132B5AE6AB8}"/>
          </ac:spMkLst>
        </pc:spChg>
        <pc:spChg chg="del">
          <ac:chgData name="Qahtan, A.A.A. (Hakim)" userId="2e0f559b-8f84-4ffd-87e2-eac7fe92b5e6" providerId="ADAL" clId="{6E9D1478-BB00-428C-9801-AEDB4433F89F}" dt="2020-02-17T16:11:44.520" v="4566" actId="478"/>
          <ac:spMkLst>
            <pc:docMk/>
            <pc:sldMk cId="748783624" sldId="290"/>
            <ac:spMk id="30" creationId="{B6473A99-77B8-46F0-B85E-400DDBA09E1F}"/>
          </ac:spMkLst>
        </pc:spChg>
        <pc:graphicFrameChg chg="mod modGraphic">
          <ac:chgData name="Qahtan, A.A.A. (Hakim)" userId="2e0f559b-8f84-4ffd-87e2-eac7fe92b5e6" providerId="ADAL" clId="{6E9D1478-BB00-428C-9801-AEDB4433F89F}" dt="2020-02-19T14:30:54.703" v="13742" actId="20577"/>
          <ac:graphicFrameMkLst>
            <pc:docMk/>
            <pc:sldMk cId="748783624" sldId="290"/>
            <ac:graphicFrameMk id="6" creationId="{9A07A113-3943-4B90-8477-959D9E624C51}"/>
          </ac:graphicFrameMkLst>
        </pc:graphicFrameChg>
        <pc:cxnChg chg="del">
          <ac:chgData name="Qahtan, A.A.A. (Hakim)" userId="2e0f559b-8f84-4ffd-87e2-eac7fe92b5e6" providerId="ADAL" clId="{6E9D1478-BB00-428C-9801-AEDB4433F89F}" dt="2020-02-17T16:11:11.164" v="4546" actId="478"/>
          <ac:cxnSpMkLst>
            <pc:docMk/>
            <pc:sldMk cId="748783624" sldId="290"/>
            <ac:cxnSpMk id="9" creationId="{99FCFD2A-A2C6-4591-8D23-206BD9641F22}"/>
          </ac:cxnSpMkLst>
        </pc:cxnChg>
        <pc:cxnChg chg="del">
          <ac:chgData name="Qahtan, A.A.A. (Hakim)" userId="2e0f559b-8f84-4ffd-87e2-eac7fe92b5e6" providerId="ADAL" clId="{6E9D1478-BB00-428C-9801-AEDB4433F89F}" dt="2020-02-17T16:11:11.164" v="4546" actId="478"/>
          <ac:cxnSpMkLst>
            <pc:docMk/>
            <pc:sldMk cId="748783624" sldId="290"/>
            <ac:cxnSpMk id="12" creationId="{7418DC92-B41F-48C3-B43E-3F566C1F73E3}"/>
          </ac:cxnSpMkLst>
        </pc:cxnChg>
        <pc:cxnChg chg="del">
          <ac:chgData name="Qahtan, A.A.A. (Hakim)" userId="2e0f559b-8f84-4ffd-87e2-eac7fe92b5e6" providerId="ADAL" clId="{6E9D1478-BB00-428C-9801-AEDB4433F89F}" dt="2020-02-17T16:11:11.164" v="4546" actId="478"/>
          <ac:cxnSpMkLst>
            <pc:docMk/>
            <pc:sldMk cId="748783624" sldId="290"/>
            <ac:cxnSpMk id="16" creationId="{B2F68F2D-A688-4F2F-A1BC-F9BBCEC3C5D2}"/>
          </ac:cxnSpMkLst>
        </pc:cxnChg>
        <pc:cxnChg chg="del">
          <ac:chgData name="Qahtan, A.A.A. (Hakim)" userId="2e0f559b-8f84-4ffd-87e2-eac7fe92b5e6" providerId="ADAL" clId="{6E9D1478-BB00-428C-9801-AEDB4433F89F}" dt="2020-02-17T16:11:11.164" v="4546" actId="478"/>
          <ac:cxnSpMkLst>
            <pc:docMk/>
            <pc:sldMk cId="748783624" sldId="290"/>
            <ac:cxnSpMk id="18" creationId="{488C70D0-7B48-4C3D-8DFD-C85A650122F3}"/>
          </ac:cxnSpMkLst>
        </pc:cxnChg>
        <pc:cxnChg chg="del">
          <ac:chgData name="Qahtan, A.A.A. (Hakim)" userId="2e0f559b-8f84-4ffd-87e2-eac7fe92b5e6" providerId="ADAL" clId="{6E9D1478-BB00-428C-9801-AEDB4433F89F}" dt="2020-02-17T16:11:44.520" v="4566" actId="478"/>
          <ac:cxnSpMkLst>
            <pc:docMk/>
            <pc:sldMk cId="748783624" sldId="290"/>
            <ac:cxnSpMk id="21" creationId="{ADA4111C-73CC-4470-9AC5-6FCD814A5E2E}"/>
          </ac:cxnSpMkLst>
        </pc:cxnChg>
        <pc:cxnChg chg="del">
          <ac:chgData name="Qahtan, A.A.A. (Hakim)" userId="2e0f559b-8f84-4ffd-87e2-eac7fe92b5e6" providerId="ADAL" clId="{6E9D1478-BB00-428C-9801-AEDB4433F89F}" dt="2020-02-17T16:11:44.520" v="4566" actId="478"/>
          <ac:cxnSpMkLst>
            <pc:docMk/>
            <pc:sldMk cId="748783624" sldId="290"/>
            <ac:cxnSpMk id="24" creationId="{0E48E9CE-B241-4C7B-B37D-1CE27A2A244D}"/>
          </ac:cxnSpMkLst>
        </pc:cxnChg>
        <pc:cxnChg chg="del">
          <ac:chgData name="Qahtan, A.A.A. (Hakim)" userId="2e0f559b-8f84-4ffd-87e2-eac7fe92b5e6" providerId="ADAL" clId="{6E9D1478-BB00-428C-9801-AEDB4433F89F}" dt="2020-02-17T16:11:44.520" v="4566" actId="478"/>
          <ac:cxnSpMkLst>
            <pc:docMk/>
            <pc:sldMk cId="748783624" sldId="290"/>
            <ac:cxnSpMk id="26" creationId="{6636CB7C-3D5C-42FF-94FB-D047E203121E}"/>
          </ac:cxnSpMkLst>
        </pc:cxnChg>
        <pc:cxnChg chg="del">
          <ac:chgData name="Qahtan, A.A.A. (Hakim)" userId="2e0f559b-8f84-4ffd-87e2-eac7fe92b5e6" providerId="ADAL" clId="{6E9D1478-BB00-428C-9801-AEDB4433F89F}" dt="2020-02-17T16:11:44.520" v="4566" actId="478"/>
          <ac:cxnSpMkLst>
            <pc:docMk/>
            <pc:sldMk cId="748783624" sldId="290"/>
            <ac:cxnSpMk id="28" creationId="{39045682-24D1-4F02-9EC3-F49D731D3B3A}"/>
          </ac:cxnSpMkLst>
        </pc:cxnChg>
      </pc:sldChg>
      <pc:sldChg chg="addSp modSp add">
        <pc:chgData name="Qahtan, A.A.A. (Hakim)" userId="2e0f559b-8f84-4ffd-87e2-eac7fe92b5e6" providerId="ADAL" clId="{6E9D1478-BB00-428C-9801-AEDB4433F89F}" dt="2020-02-18T10:12:29.532" v="7373" actId="20577"/>
        <pc:sldMkLst>
          <pc:docMk/>
          <pc:sldMk cId="3669213896" sldId="291"/>
        </pc:sldMkLst>
        <pc:spChg chg="add mod">
          <ac:chgData name="Qahtan, A.A.A. (Hakim)" userId="2e0f559b-8f84-4ffd-87e2-eac7fe92b5e6" providerId="ADAL" clId="{6E9D1478-BB00-428C-9801-AEDB4433F89F}" dt="2020-02-18T10:12:29.532" v="7373" actId="20577"/>
          <ac:spMkLst>
            <pc:docMk/>
            <pc:sldMk cId="3669213896" sldId="291"/>
            <ac:spMk id="3" creationId="{30F502D0-5CB1-412C-A664-69CBC110B8AB}"/>
          </ac:spMkLst>
        </pc:spChg>
        <pc:spChg chg="add mod ord">
          <ac:chgData name="Qahtan, A.A.A. (Hakim)" userId="2e0f559b-8f84-4ffd-87e2-eac7fe92b5e6" providerId="ADAL" clId="{6E9D1478-BB00-428C-9801-AEDB4433F89F}" dt="2020-02-17T17:18:22.962" v="4992" actId="166"/>
          <ac:spMkLst>
            <pc:docMk/>
            <pc:sldMk cId="3669213896" sldId="291"/>
            <ac:spMk id="4" creationId="{61C70DD3-9DF0-4E15-8A9B-9F96835A440D}"/>
          </ac:spMkLst>
        </pc:spChg>
        <pc:spChg chg="add mod">
          <ac:chgData name="Qahtan, A.A.A. (Hakim)" userId="2e0f559b-8f84-4ffd-87e2-eac7fe92b5e6" providerId="ADAL" clId="{6E9D1478-BB00-428C-9801-AEDB4433F89F}" dt="2020-02-17T17:18:08.229" v="4990" actId="164"/>
          <ac:spMkLst>
            <pc:docMk/>
            <pc:sldMk cId="3669213896" sldId="291"/>
            <ac:spMk id="5" creationId="{11F7A1FF-BC4D-44C8-A560-B2F4EE21F98D}"/>
          </ac:spMkLst>
        </pc:spChg>
        <pc:grpChg chg="add mod">
          <ac:chgData name="Qahtan, A.A.A. (Hakim)" userId="2e0f559b-8f84-4ffd-87e2-eac7fe92b5e6" providerId="ADAL" clId="{6E9D1478-BB00-428C-9801-AEDB4433F89F}" dt="2020-02-17T17:18:12.276" v="4991" actId="1076"/>
          <ac:grpSpMkLst>
            <pc:docMk/>
            <pc:sldMk cId="3669213896" sldId="291"/>
            <ac:grpSpMk id="6" creationId="{7C29A208-7DA7-40B9-8B84-CEE593AEFC64}"/>
          </ac:grpSpMkLst>
        </pc:grpChg>
        <pc:picChg chg="add mod">
          <ac:chgData name="Qahtan, A.A.A. (Hakim)" userId="2e0f559b-8f84-4ffd-87e2-eac7fe92b5e6" providerId="ADAL" clId="{6E9D1478-BB00-428C-9801-AEDB4433F89F}" dt="2020-02-17T17:18:08.229" v="4990" actId="164"/>
          <ac:picMkLst>
            <pc:docMk/>
            <pc:sldMk cId="3669213896" sldId="291"/>
            <ac:picMk id="2" creationId="{1F0F68B7-64B1-468F-B79C-572E09C47CBC}"/>
          </ac:picMkLst>
        </pc:picChg>
      </pc:sldChg>
      <pc:sldChg chg="addSp delSp modSp add">
        <pc:chgData name="Qahtan, A.A.A. (Hakim)" userId="2e0f559b-8f84-4ffd-87e2-eac7fe92b5e6" providerId="ADAL" clId="{6E9D1478-BB00-428C-9801-AEDB4433F89F}" dt="2020-02-17T17:31:50.176" v="5304" actId="20577"/>
        <pc:sldMkLst>
          <pc:docMk/>
          <pc:sldMk cId="4083301904" sldId="292"/>
        </pc:sldMkLst>
        <pc:spChg chg="mod">
          <ac:chgData name="Qahtan, A.A.A. (Hakim)" userId="2e0f559b-8f84-4ffd-87e2-eac7fe92b5e6" providerId="ADAL" clId="{6E9D1478-BB00-428C-9801-AEDB4433F89F}" dt="2020-02-17T17:19:39.740" v="5011" actId="20577"/>
          <ac:spMkLst>
            <pc:docMk/>
            <pc:sldMk cId="4083301904" sldId="292"/>
            <ac:spMk id="2" creationId="{285AF5F2-267A-4A6E-AAB7-2C088BAE714C}"/>
          </ac:spMkLst>
        </pc:spChg>
        <pc:spChg chg="add del mod">
          <ac:chgData name="Qahtan, A.A.A. (Hakim)" userId="2e0f559b-8f84-4ffd-87e2-eac7fe92b5e6" providerId="ADAL" clId="{6E9D1478-BB00-428C-9801-AEDB4433F89F}" dt="2020-02-17T17:22:06.004" v="5142" actId="478"/>
          <ac:spMkLst>
            <pc:docMk/>
            <pc:sldMk cId="4083301904" sldId="292"/>
            <ac:spMk id="3" creationId="{2BB28626-B3D5-4D24-B4C0-CE1E432342BF}"/>
          </ac:spMkLst>
        </pc:spChg>
        <pc:spChg chg="del">
          <ac:chgData name="Qahtan, A.A.A. (Hakim)" userId="2e0f559b-8f84-4ffd-87e2-eac7fe92b5e6" providerId="ADAL" clId="{6E9D1478-BB00-428C-9801-AEDB4433F89F}" dt="2020-02-17T17:20:51.600" v="5080" actId="478"/>
          <ac:spMkLst>
            <pc:docMk/>
            <pc:sldMk cId="4083301904" sldId="292"/>
            <ac:spMk id="4" creationId="{09124114-67B2-4C5E-8373-6388F482F1B5}"/>
          </ac:spMkLst>
        </pc:spChg>
        <pc:spChg chg="mod">
          <ac:chgData name="Qahtan, A.A.A. (Hakim)" userId="2e0f559b-8f84-4ffd-87e2-eac7fe92b5e6" providerId="ADAL" clId="{6E9D1478-BB00-428C-9801-AEDB4433F89F}" dt="2020-02-17T17:31:50.176" v="5304" actId="20577"/>
          <ac:spMkLst>
            <pc:docMk/>
            <pc:sldMk cId="4083301904" sldId="292"/>
            <ac:spMk id="5" creationId="{CDDB1FA9-E983-4B1F-A3ED-1B02562B98B5}"/>
          </ac:spMkLst>
        </pc:spChg>
        <pc:spChg chg="add del mod">
          <ac:chgData name="Qahtan, A.A.A. (Hakim)" userId="2e0f559b-8f84-4ffd-87e2-eac7fe92b5e6" providerId="ADAL" clId="{6E9D1478-BB00-428C-9801-AEDB4433F89F}" dt="2020-02-17T17:23:02.674" v="5154" actId="478"/>
          <ac:spMkLst>
            <pc:docMk/>
            <pc:sldMk cId="4083301904" sldId="292"/>
            <ac:spMk id="6" creationId="{06A775DD-F00B-4211-9A35-C4D36A86EAE0}"/>
          </ac:spMkLst>
        </pc:spChg>
        <pc:spChg chg="add mod">
          <ac:chgData name="Qahtan, A.A.A. (Hakim)" userId="2e0f559b-8f84-4ffd-87e2-eac7fe92b5e6" providerId="ADAL" clId="{6E9D1478-BB00-428C-9801-AEDB4433F89F}" dt="2020-02-17T17:25:36.536" v="5230" actId="1037"/>
          <ac:spMkLst>
            <pc:docMk/>
            <pc:sldMk cId="4083301904" sldId="292"/>
            <ac:spMk id="7" creationId="{082CDD0C-B671-42CC-9864-7E94D55BBE53}"/>
          </ac:spMkLst>
        </pc:spChg>
        <pc:spChg chg="add mod">
          <ac:chgData name="Qahtan, A.A.A. (Hakim)" userId="2e0f559b-8f84-4ffd-87e2-eac7fe92b5e6" providerId="ADAL" clId="{6E9D1478-BB00-428C-9801-AEDB4433F89F}" dt="2020-02-17T17:25:36.536" v="5230" actId="1037"/>
          <ac:spMkLst>
            <pc:docMk/>
            <pc:sldMk cId="4083301904" sldId="292"/>
            <ac:spMk id="8" creationId="{3348E192-3694-4E65-BBEF-046DCA8D0204}"/>
          </ac:spMkLst>
        </pc:spChg>
        <pc:spChg chg="del">
          <ac:chgData name="Qahtan, A.A.A. (Hakim)" userId="2e0f559b-8f84-4ffd-87e2-eac7fe92b5e6" providerId="ADAL" clId="{6E9D1478-BB00-428C-9801-AEDB4433F89F}" dt="2020-02-17T17:20:51.600" v="5080" actId="478"/>
          <ac:spMkLst>
            <pc:docMk/>
            <pc:sldMk cId="4083301904" sldId="292"/>
            <ac:spMk id="15" creationId="{9D79D9BB-3A86-4F89-80AD-A5306F5F58B5}"/>
          </ac:spMkLst>
        </pc:spChg>
        <pc:spChg chg="del">
          <ac:chgData name="Qahtan, A.A.A. (Hakim)" userId="2e0f559b-8f84-4ffd-87e2-eac7fe92b5e6" providerId="ADAL" clId="{6E9D1478-BB00-428C-9801-AEDB4433F89F}" dt="2020-02-17T17:20:51.600" v="5080" actId="478"/>
          <ac:spMkLst>
            <pc:docMk/>
            <pc:sldMk cId="4083301904" sldId="292"/>
            <ac:spMk id="16" creationId="{7092192A-BE74-48D3-8A7D-FCCAFFD0DF29}"/>
          </ac:spMkLst>
        </pc:spChg>
        <pc:spChg chg="del">
          <ac:chgData name="Qahtan, A.A.A. (Hakim)" userId="2e0f559b-8f84-4ffd-87e2-eac7fe92b5e6" providerId="ADAL" clId="{6E9D1478-BB00-428C-9801-AEDB4433F89F}" dt="2020-02-17T17:20:51.600" v="5080" actId="478"/>
          <ac:spMkLst>
            <pc:docMk/>
            <pc:sldMk cId="4083301904" sldId="292"/>
            <ac:spMk id="17" creationId="{8E40A9A8-7BC0-4634-B1AA-D7234494638D}"/>
          </ac:spMkLst>
        </pc:spChg>
        <pc:spChg chg="del">
          <ac:chgData name="Qahtan, A.A.A. (Hakim)" userId="2e0f559b-8f84-4ffd-87e2-eac7fe92b5e6" providerId="ADAL" clId="{6E9D1478-BB00-428C-9801-AEDB4433F89F}" dt="2020-02-17T17:20:51.600" v="5080" actId="478"/>
          <ac:spMkLst>
            <pc:docMk/>
            <pc:sldMk cId="4083301904" sldId="292"/>
            <ac:spMk id="18" creationId="{D2477B68-F002-4E86-9B90-8E212842EAEE}"/>
          </ac:spMkLst>
        </pc:spChg>
        <pc:spChg chg="add mod">
          <ac:chgData name="Qahtan, A.A.A. (Hakim)" userId="2e0f559b-8f84-4ffd-87e2-eac7fe92b5e6" providerId="ADAL" clId="{6E9D1478-BB00-428C-9801-AEDB4433F89F}" dt="2020-02-17T17:25:36.536" v="5230" actId="1037"/>
          <ac:spMkLst>
            <pc:docMk/>
            <pc:sldMk cId="4083301904" sldId="292"/>
            <ac:spMk id="19" creationId="{F887009E-C92C-44EB-B6E5-8CD819A72EEC}"/>
          </ac:spMkLst>
        </pc:spChg>
        <pc:spChg chg="add mod">
          <ac:chgData name="Qahtan, A.A.A. (Hakim)" userId="2e0f559b-8f84-4ffd-87e2-eac7fe92b5e6" providerId="ADAL" clId="{6E9D1478-BB00-428C-9801-AEDB4433F89F}" dt="2020-02-17T17:25:41.266" v="5231" actId="14100"/>
          <ac:spMkLst>
            <pc:docMk/>
            <pc:sldMk cId="4083301904" sldId="292"/>
            <ac:spMk id="20" creationId="{15617CF2-FEE0-441A-9FFF-AC57AE764D41}"/>
          </ac:spMkLst>
        </pc:spChg>
        <pc:picChg chg="del">
          <ac:chgData name="Qahtan, A.A.A. (Hakim)" userId="2e0f559b-8f84-4ffd-87e2-eac7fe92b5e6" providerId="ADAL" clId="{6E9D1478-BB00-428C-9801-AEDB4433F89F}" dt="2020-02-17T17:20:51.600" v="5080" actId="478"/>
          <ac:picMkLst>
            <pc:docMk/>
            <pc:sldMk cId="4083301904" sldId="292"/>
            <ac:picMk id="1026" creationId="{7FD958BD-87E1-4EB3-B6A3-BB5D0AA398EB}"/>
          </ac:picMkLst>
        </pc:picChg>
        <pc:picChg chg="del">
          <ac:chgData name="Qahtan, A.A.A. (Hakim)" userId="2e0f559b-8f84-4ffd-87e2-eac7fe92b5e6" providerId="ADAL" clId="{6E9D1478-BB00-428C-9801-AEDB4433F89F}" dt="2020-02-17T17:20:51.600" v="5080" actId="478"/>
          <ac:picMkLst>
            <pc:docMk/>
            <pc:sldMk cId="4083301904" sldId="292"/>
            <ac:picMk id="1028" creationId="{8151CFEF-70CD-4B7B-B8BC-5C2C03851D15}"/>
          </ac:picMkLst>
        </pc:picChg>
        <pc:picChg chg="del">
          <ac:chgData name="Qahtan, A.A.A. (Hakim)" userId="2e0f559b-8f84-4ffd-87e2-eac7fe92b5e6" providerId="ADAL" clId="{6E9D1478-BB00-428C-9801-AEDB4433F89F}" dt="2020-02-17T17:20:51.600" v="5080" actId="478"/>
          <ac:picMkLst>
            <pc:docMk/>
            <pc:sldMk cId="4083301904" sldId="292"/>
            <ac:picMk id="1030" creationId="{13AA196C-257C-45FC-8367-CB6A0A10059C}"/>
          </ac:picMkLst>
        </pc:picChg>
        <pc:picChg chg="del">
          <ac:chgData name="Qahtan, A.A.A. (Hakim)" userId="2e0f559b-8f84-4ffd-87e2-eac7fe92b5e6" providerId="ADAL" clId="{6E9D1478-BB00-428C-9801-AEDB4433F89F}" dt="2020-02-17T17:20:51.600" v="5080" actId="478"/>
          <ac:picMkLst>
            <pc:docMk/>
            <pc:sldMk cId="4083301904" sldId="292"/>
            <ac:picMk id="1032" creationId="{2E2E2BFD-E7C7-4963-B8B5-BC326C09BAB8}"/>
          </ac:picMkLst>
        </pc:picChg>
        <pc:picChg chg="del">
          <ac:chgData name="Qahtan, A.A.A. (Hakim)" userId="2e0f559b-8f84-4ffd-87e2-eac7fe92b5e6" providerId="ADAL" clId="{6E9D1478-BB00-428C-9801-AEDB4433F89F}" dt="2020-02-17T17:20:51.600" v="5080" actId="478"/>
          <ac:picMkLst>
            <pc:docMk/>
            <pc:sldMk cId="4083301904" sldId="292"/>
            <ac:picMk id="1036" creationId="{7D7C2746-CD9B-46C5-8E6B-E5D792204514}"/>
          </ac:picMkLst>
        </pc:picChg>
      </pc:sldChg>
      <pc:sldChg chg="delSp modSp add del">
        <pc:chgData name="Qahtan, A.A.A. (Hakim)" userId="2e0f559b-8f84-4ffd-87e2-eac7fe92b5e6" providerId="ADAL" clId="{6E9D1478-BB00-428C-9801-AEDB4433F89F}" dt="2020-02-17T17:33:35.204" v="5310" actId="2696"/>
        <pc:sldMkLst>
          <pc:docMk/>
          <pc:sldMk cId="2628796050" sldId="293"/>
        </pc:sldMkLst>
        <pc:spChg chg="mod">
          <ac:chgData name="Qahtan, A.A.A. (Hakim)" userId="2e0f559b-8f84-4ffd-87e2-eac7fe92b5e6" providerId="ADAL" clId="{6E9D1478-BB00-428C-9801-AEDB4433F89F}" dt="2020-02-17T17:33:08.490" v="5307"/>
          <ac:spMkLst>
            <pc:docMk/>
            <pc:sldMk cId="2628796050" sldId="293"/>
            <ac:spMk id="2" creationId="{285AF5F2-267A-4A6E-AAB7-2C088BAE714C}"/>
          </ac:spMkLst>
        </pc:spChg>
        <pc:spChg chg="del">
          <ac:chgData name="Qahtan, A.A.A. (Hakim)" userId="2e0f559b-8f84-4ffd-87e2-eac7fe92b5e6" providerId="ADAL" clId="{6E9D1478-BB00-428C-9801-AEDB4433F89F}" dt="2020-02-17T17:32:53.170" v="5306" actId="478"/>
          <ac:spMkLst>
            <pc:docMk/>
            <pc:sldMk cId="2628796050" sldId="293"/>
            <ac:spMk id="7" creationId="{082CDD0C-B671-42CC-9864-7E94D55BBE53}"/>
          </ac:spMkLst>
        </pc:spChg>
        <pc:spChg chg="del">
          <ac:chgData name="Qahtan, A.A.A. (Hakim)" userId="2e0f559b-8f84-4ffd-87e2-eac7fe92b5e6" providerId="ADAL" clId="{6E9D1478-BB00-428C-9801-AEDB4433F89F}" dt="2020-02-17T17:32:53.170" v="5306" actId="478"/>
          <ac:spMkLst>
            <pc:docMk/>
            <pc:sldMk cId="2628796050" sldId="293"/>
            <ac:spMk id="8" creationId="{3348E192-3694-4E65-BBEF-046DCA8D0204}"/>
          </ac:spMkLst>
        </pc:spChg>
        <pc:spChg chg="del">
          <ac:chgData name="Qahtan, A.A.A. (Hakim)" userId="2e0f559b-8f84-4ffd-87e2-eac7fe92b5e6" providerId="ADAL" clId="{6E9D1478-BB00-428C-9801-AEDB4433F89F}" dt="2020-02-17T17:32:53.170" v="5306" actId="478"/>
          <ac:spMkLst>
            <pc:docMk/>
            <pc:sldMk cId="2628796050" sldId="293"/>
            <ac:spMk id="19" creationId="{F887009E-C92C-44EB-B6E5-8CD819A72EEC}"/>
          </ac:spMkLst>
        </pc:spChg>
        <pc:spChg chg="del">
          <ac:chgData name="Qahtan, A.A.A. (Hakim)" userId="2e0f559b-8f84-4ffd-87e2-eac7fe92b5e6" providerId="ADAL" clId="{6E9D1478-BB00-428C-9801-AEDB4433F89F}" dt="2020-02-17T17:32:53.170" v="5306" actId="478"/>
          <ac:spMkLst>
            <pc:docMk/>
            <pc:sldMk cId="2628796050" sldId="293"/>
            <ac:spMk id="20" creationId="{15617CF2-FEE0-441A-9FFF-AC57AE764D41}"/>
          </ac:spMkLst>
        </pc:spChg>
      </pc:sldChg>
      <pc:sldChg chg="addSp delSp modSp add mod setBg">
        <pc:chgData name="Qahtan, A.A.A. (Hakim)" userId="2e0f559b-8f84-4ffd-87e2-eac7fe92b5e6" providerId="ADAL" clId="{6E9D1478-BB00-428C-9801-AEDB4433F89F}" dt="2020-02-17T23:18:01.971" v="5730" actId="1038"/>
        <pc:sldMkLst>
          <pc:docMk/>
          <pc:sldMk cId="3262730010" sldId="293"/>
        </pc:sldMkLst>
        <pc:spChg chg="mod">
          <ac:chgData name="Qahtan, A.A.A. (Hakim)" userId="2e0f559b-8f84-4ffd-87e2-eac7fe92b5e6" providerId="ADAL" clId="{6E9D1478-BB00-428C-9801-AEDB4433F89F}" dt="2020-02-17T17:34:47.457" v="5332" actId="20577"/>
          <ac:spMkLst>
            <pc:docMk/>
            <pc:sldMk cId="3262730010" sldId="293"/>
            <ac:spMk id="2" creationId="{285AF5F2-267A-4A6E-AAB7-2C088BAE714C}"/>
          </ac:spMkLst>
        </pc:spChg>
        <pc:spChg chg="add del mod">
          <ac:chgData name="Qahtan, A.A.A. (Hakim)" userId="2e0f559b-8f84-4ffd-87e2-eac7fe92b5e6" providerId="ADAL" clId="{6E9D1478-BB00-428C-9801-AEDB4433F89F}" dt="2020-02-17T17:38:53.199" v="5395" actId="14100"/>
          <ac:spMkLst>
            <pc:docMk/>
            <pc:sldMk cId="3262730010" sldId="293"/>
            <ac:spMk id="5" creationId="{CDDB1FA9-E983-4B1F-A3ED-1B02562B98B5}"/>
          </ac:spMkLst>
        </pc:spChg>
        <pc:spChg chg="add mod">
          <ac:chgData name="Qahtan, A.A.A. (Hakim)" userId="2e0f559b-8f84-4ffd-87e2-eac7fe92b5e6" providerId="ADAL" clId="{6E9D1478-BB00-428C-9801-AEDB4433F89F}" dt="2020-02-17T23:18:01.971" v="5730" actId="1038"/>
          <ac:spMkLst>
            <pc:docMk/>
            <pc:sldMk cId="3262730010" sldId="293"/>
            <ac:spMk id="6" creationId="{5BA9C3EF-BA83-42C4-9F87-4A835E8CA839}"/>
          </ac:spMkLst>
        </pc:spChg>
        <pc:spChg chg="add del">
          <ac:chgData name="Qahtan, A.A.A. (Hakim)" userId="2e0f559b-8f84-4ffd-87e2-eac7fe92b5e6" providerId="ADAL" clId="{6E9D1478-BB00-428C-9801-AEDB4433F89F}" dt="2020-02-17T17:35:27.805" v="5340" actId="478"/>
          <ac:spMkLst>
            <pc:docMk/>
            <pc:sldMk cId="3262730010" sldId="293"/>
            <ac:spMk id="7" creationId="{082CDD0C-B671-42CC-9864-7E94D55BBE53}"/>
          </ac:spMkLst>
        </pc:spChg>
        <pc:spChg chg="add del">
          <ac:chgData name="Qahtan, A.A.A. (Hakim)" userId="2e0f559b-8f84-4ffd-87e2-eac7fe92b5e6" providerId="ADAL" clId="{6E9D1478-BB00-428C-9801-AEDB4433F89F}" dt="2020-02-17T17:35:27.805" v="5340" actId="478"/>
          <ac:spMkLst>
            <pc:docMk/>
            <pc:sldMk cId="3262730010" sldId="293"/>
            <ac:spMk id="8" creationId="{3348E192-3694-4E65-BBEF-046DCA8D0204}"/>
          </ac:spMkLst>
        </pc:spChg>
        <pc:spChg chg="add del">
          <ac:chgData name="Qahtan, A.A.A. (Hakim)" userId="2e0f559b-8f84-4ffd-87e2-eac7fe92b5e6" providerId="ADAL" clId="{6E9D1478-BB00-428C-9801-AEDB4433F89F}" dt="2020-02-17T17:34:37.383" v="5324" actId="26606"/>
          <ac:spMkLst>
            <pc:docMk/>
            <pc:sldMk cId="3262730010" sldId="293"/>
            <ac:spMk id="14" creationId="{4A4E7906-2E97-41E3-B042-F13FD1D64D02}"/>
          </ac:spMkLst>
        </pc:spChg>
        <pc:spChg chg="add del">
          <ac:chgData name="Qahtan, A.A.A. (Hakim)" userId="2e0f559b-8f84-4ffd-87e2-eac7fe92b5e6" providerId="ADAL" clId="{6E9D1478-BB00-428C-9801-AEDB4433F89F}" dt="2020-02-17T17:34:37.383" v="5324" actId="26606"/>
          <ac:spMkLst>
            <pc:docMk/>
            <pc:sldMk cId="3262730010" sldId="293"/>
            <ac:spMk id="16" creationId="{3276E0C7-D588-440B-8F4A-876392DB718F}"/>
          </ac:spMkLst>
        </pc:spChg>
        <pc:spChg chg="add mod">
          <ac:chgData name="Qahtan, A.A.A. (Hakim)" userId="2e0f559b-8f84-4ffd-87e2-eac7fe92b5e6" providerId="ADAL" clId="{6E9D1478-BB00-428C-9801-AEDB4433F89F}" dt="2020-02-17T23:18:01.971" v="5730" actId="1038"/>
          <ac:spMkLst>
            <pc:docMk/>
            <pc:sldMk cId="3262730010" sldId="293"/>
            <ac:spMk id="17" creationId="{7D0BD3FB-A751-48B9-9C2B-3EA58460266C}"/>
          </ac:spMkLst>
        </pc:spChg>
        <pc:spChg chg="add del">
          <ac:chgData name="Qahtan, A.A.A. (Hakim)" userId="2e0f559b-8f84-4ffd-87e2-eac7fe92b5e6" providerId="ADAL" clId="{6E9D1478-BB00-428C-9801-AEDB4433F89F}" dt="2020-02-17T17:35:27.805" v="5340" actId="478"/>
          <ac:spMkLst>
            <pc:docMk/>
            <pc:sldMk cId="3262730010" sldId="293"/>
            <ac:spMk id="19" creationId="{F887009E-C92C-44EB-B6E5-8CD819A72EEC}"/>
          </ac:spMkLst>
        </pc:spChg>
        <pc:spChg chg="add del">
          <ac:chgData name="Qahtan, A.A.A. (Hakim)" userId="2e0f559b-8f84-4ffd-87e2-eac7fe92b5e6" providerId="ADAL" clId="{6E9D1478-BB00-428C-9801-AEDB4433F89F}" dt="2020-02-17T17:35:27.805" v="5340" actId="478"/>
          <ac:spMkLst>
            <pc:docMk/>
            <pc:sldMk cId="3262730010" sldId="293"/>
            <ac:spMk id="20" creationId="{15617CF2-FEE0-441A-9FFF-AC57AE764D41}"/>
          </ac:spMkLst>
        </pc:spChg>
        <pc:spChg chg="add del">
          <ac:chgData name="Qahtan, A.A.A. (Hakim)" userId="2e0f559b-8f84-4ffd-87e2-eac7fe92b5e6" providerId="ADAL" clId="{6E9D1478-BB00-428C-9801-AEDB4433F89F}" dt="2020-02-17T17:39:15.228" v="5401"/>
          <ac:spMkLst>
            <pc:docMk/>
            <pc:sldMk cId="3262730010" sldId="293"/>
            <ac:spMk id="21" creationId="{B8CAC588-19E6-448C-AE93-859EA3C198D9}"/>
          </ac:spMkLst>
        </pc:spChg>
        <pc:spChg chg="add mod">
          <ac:chgData name="Qahtan, A.A.A. (Hakim)" userId="2e0f559b-8f84-4ffd-87e2-eac7fe92b5e6" providerId="ADAL" clId="{6E9D1478-BB00-428C-9801-AEDB4433F89F}" dt="2020-02-17T23:18:01.971" v="5730" actId="1038"/>
          <ac:spMkLst>
            <pc:docMk/>
            <pc:sldMk cId="3262730010" sldId="293"/>
            <ac:spMk id="23" creationId="{58689362-D4F1-483F-80E9-5276BC892433}"/>
          </ac:spMkLst>
        </pc:spChg>
        <pc:graphicFrameChg chg="add mod modGraphic">
          <ac:chgData name="Qahtan, A.A.A. (Hakim)" userId="2e0f559b-8f84-4ffd-87e2-eac7fe92b5e6" providerId="ADAL" clId="{6E9D1478-BB00-428C-9801-AEDB4433F89F}" dt="2020-02-17T23:18:01.971" v="5730" actId="1038"/>
          <ac:graphicFrameMkLst>
            <pc:docMk/>
            <pc:sldMk cId="3262730010" sldId="293"/>
            <ac:graphicFrameMk id="3" creationId="{D38C8B55-C8B2-400F-BC58-BD51E7CF86F4}"/>
          </ac:graphicFrameMkLst>
        </pc:graphicFrameChg>
        <pc:graphicFrameChg chg="add mod modGraphic">
          <ac:chgData name="Qahtan, A.A.A. (Hakim)" userId="2e0f559b-8f84-4ffd-87e2-eac7fe92b5e6" providerId="ADAL" clId="{6E9D1478-BB00-428C-9801-AEDB4433F89F}" dt="2020-02-17T23:18:01.971" v="5730" actId="1038"/>
          <ac:graphicFrameMkLst>
            <pc:docMk/>
            <pc:sldMk cId="3262730010" sldId="293"/>
            <ac:graphicFrameMk id="15" creationId="{639EFB21-ADDD-461B-A452-5A4609BDD5C3}"/>
          </ac:graphicFrameMkLst>
        </pc:graphicFrameChg>
        <pc:graphicFrameChg chg="add del">
          <ac:chgData name="Qahtan, A.A.A. (Hakim)" userId="2e0f559b-8f84-4ffd-87e2-eac7fe92b5e6" providerId="ADAL" clId="{6E9D1478-BB00-428C-9801-AEDB4433F89F}" dt="2020-02-17T17:39:15.228" v="5401"/>
          <ac:graphicFrameMkLst>
            <pc:docMk/>
            <pc:sldMk cId="3262730010" sldId="293"/>
            <ac:graphicFrameMk id="18" creationId="{488BFAEB-59C5-4C7A-BCC1-C794F6E969BD}"/>
          </ac:graphicFrameMkLst>
        </pc:graphicFrameChg>
        <pc:graphicFrameChg chg="add mod modGraphic">
          <ac:chgData name="Qahtan, A.A.A. (Hakim)" userId="2e0f559b-8f84-4ffd-87e2-eac7fe92b5e6" providerId="ADAL" clId="{6E9D1478-BB00-428C-9801-AEDB4433F89F}" dt="2020-02-17T23:18:01.971" v="5730" actId="1038"/>
          <ac:graphicFrameMkLst>
            <pc:docMk/>
            <pc:sldMk cId="3262730010" sldId="293"/>
            <ac:graphicFrameMk id="22" creationId="{D880172C-05B1-4E42-B14F-4AA67BCEA05B}"/>
          </ac:graphicFrameMkLst>
        </pc:graphicFrameChg>
        <pc:picChg chg="add del mod">
          <ac:chgData name="Qahtan, A.A.A. (Hakim)" userId="2e0f559b-8f84-4ffd-87e2-eac7fe92b5e6" providerId="ADAL" clId="{6E9D1478-BB00-428C-9801-AEDB4433F89F}" dt="2020-02-17T17:34:37.973" v="5325"/>
          <ac:picMkLst>
            <pc:docMk/>
            <pc:sldMk cId="3262730010" sldId="293"/>
            <ac:picMk id="9" creationId="{31C25694-4DAF-4DCE-9CE8-2ED4FE80D8C9}"/>
          </ac:picMkLst>
        </pc:picChg>
        <pc:picChg chg="add del">
          <ac:chgData name="Qahtan, A.A.A. (Hakim)" userId="2e0f559b-8f84-4ffd-87e2-eac7fe92b5e6" providerId="ADAL" clId="{6E9D1478-BB00-428C-9801-AEDB4433F89F}" dt="2020-02-17T17:34:54.330" v="5334" actId="478"/>
          <ac:picMkLst>
            <pc:docMk/>
            <pc:sldMk cId="3262730010" sldId="293"/>
            <ac:picMk id="11" creationId="{F4B22BAA-0CBE-4C70-AD01-1D4FC2AEC786}"/>
          </ac:picMkLst>
        </pc:picChg>
      </pc:sldChg>
      <pc:sldChg chg="addSp delSp modSp add">
        <pc:chgData name="Qahtan, A.A.A. (Hakim)" userId="2e0f559b-8f84-4ffd-87e2-eac7fe92b5e6" providerId="ADAL" clId="{6E9D1478-BB00-428C-9801-AEDB4433F89F}" dt="2020-02-17T23:18:13.746" v="5757" actId="1038"/>
        <pc:sldMkLst>
          <pc:docMk/>
          <pc:sldMk cId="545918098" sldId="294"/>
        </pc:sldMkLst>
        <pc:spChg chg="mod">
          <ac:chgData name="Qahtan, A.A.A. (Hakim)" userId="2e0f559b-8f84-4ffd-87e2-eac7fe92b5e6" providerId="ADAL" clId="{6E9D1478-BB00-428C-9801-AEDB4433F89F}" dt="2020-02-17T22:57:51.944" v="5504" actId="20577"/>
          <ac:spMkLst>
            <pc:docMk/>
            <pc:sldMk cId="545918098" sldId="294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22:57:57.133" v="5506" actId="20577"/>
          <ac:spMkLst>
            <pc:docMk/>
            <pc:sldMk cId="545918098" sldId="294"/>
            <ac:spMk id="5" creationId="{CDDB1FA9-E983-4B1F-A3ED-1B02562B98B5}"/>
          </ac:spMkLst>
        </pc:spChg>
        <pc:spChg chg="mod">
          <ac:chgData name="Qahtan, A.A.A. (Hakim)" userId="2e0f559b-8f84-4ffd-87e2-eac7fe92b5e6" providerId="ADAL" clId="{6E9D1478-BB00-428C-9801-AEDB4433F89F}" dt="2020-02-17T23:18:13.746" v="5757" actId="1038"/>
          <ac:spMkLst>
            <pc:docMk/>
            <pc:sldMk cId="545918098" sldId="294"/>
            <ac:spMk id="6" creationId="{5BA9C3EF-BA83-42C4-9F87-4A835E8CA839}"/>
          </ac:spMkLst>
        </pc:spChg>
        <pc:spChg chg="mod">
          <ac:chgData name="Qahtan, A.A.A. (Hakim)" userId="2e0f559b-8f84-4ffd-87e2-eac7fe92b5e6" providerId="ADAL" clId="{6E9D1478-BB00-428C-9801-AEDB4433F89F}" dt="2020-02-17T23:18:13.746" v="5757" actId="1038"/>
          <ac:spMkLst>
            <pc:docMk/>
            <pc:sldMk cId="545918098" sldId="294"/>
            <ac:spMk id="17" creationId="{7D0BD3FB-A751-48B9-9C2B-3EA58460266C}"/>
          </ac:spMkLst>
        </pc:spChg>
        <pc:spChg chg="mod">
          <ac:chgData name="Qahtan, A.A.A. (Hakim)" userId="2e0f559b-8f84-4ffd-87e2-eac7fe92b5e6" providerId="ADAL" clId="{6E9D1478-BB00-428C-9801-AEDB4433F89F}" dt="2020-02-17T23:18:13.746" v="5757" actId="1038"/>
          <ac:spMkLst>
            <pc:docMk/>
            <pc:sldMk cId="545918098" sldId="294"/>
            <ac:spMk id="23" creationId="{58689362-D4F1-483F-80E9-5276BC892433}"/>
          </ac:spMkLst>
        </pc:spChg>
        <pc:graphicFrameChg chg="del modGraphic">
          <ac:chgData name="Qahtan, A.A.A. (Hakim)" userId="2e0f559b-8f84-4ffd-87e2-eac7fe92b5e6" providerId="ADAL" clId="{6E9D1478-BB00-428C-9801-AEDB4433F89F}" dt="2020-02-17T23:00:38.640" v="5528" actId="478"/>
          <ac:graphicFrameMkLst>
            <pc:docMk/>
            <pc:sldMk cId="545918098" sldId="294"/>
            <ac:graphicFrameMk id="3" creationId="{D38C8B55-C8B2-400F-BC58-BD51E7CF86F4}"/>
          </ac:graphicFrameMkLst>
        </pc:graphicFrameChg>
        <pc:graphicFrameChg chg="add mod">
          <ac:chgData name="Qahtan, A.A.A. (Hakim)" userId="2e0f559b-8f84-4ffd-87e2-eac7fe92b5e6" providerId="ADAL" clId="{6E9D1478-BB00-428C-9801-AEDB4433F89F}" dt="2020-02-17T23:18:13.746" v="5757" actId="1038"/>
          <ac:graphicFrameMkLst>
            <pc:docMk/>
            <pc:sldMk cId="545918098" sldId="294"/>
            <ac:graphicFrameMk id="10" creationId="{BC49A718-E0E8-4C15-AD25-70BC2E38B941}"/>
          </ac:graphicFrameMkLst>
        </pc:graphicFrameChg>
        <pc:graphicFrameChg chg="mod">
          <ac:chgData name="Qahtan, A.A.A. (Hakim)" userId="2e0f559b-8f84-4ffd-87e2-eac7fe92b5e6" providerId="ADAL" clId="{6E9D1478-BB00-428C-9801-AEDB4433F89F}" dt="2020-02-17T23:18:13.746" v="5757" actId="1038"/>
          <ac:graphicFrameMkLst>
            <pc:docMk/>
            <pc:sldMk cId="545918098" sldId="294"/>
            <ac:graphicFrameMk id="15" creationId="{639EFB21-ADDD-461B-A452-5A4609BDD5C3}"/>
          </ac:graphicFrameMkLst>
        </pc:graphicFrameChg>
        <pc:graphicFrameChg chg="mod modGraphic">
          <ac:chgData name="Qahtan, A.A.A. (Hakim)" userId="2e0f559b-8f84-4ffd-87e2-eac7fe92b5e6" providerId="ADAL" clId="{6E9D1478-BB00-428C-9801-AEDB4433F89F}" dt="2020-02-17T23:18:13.746" v="5757" actId="1038"/>
          <ac:graphicFrameMkLst>
            <pc:docMk/>
            <pc:sldMk cId="545918098" sldId="294"/>
            <ac:graphicFrameMk id="22" creationId="{D880172C-05B1-4E42-B14F-4AA67BCEA05B}"/>
          </ac:graphicFrameMkLst>
        </pc:graphicFrameChg>
      </pc:sldChg>
      <pc:sldChg chg="delSp add del setBg delDesignElem">
        <pc:chgData name="Qahtan, A.A.A. (Hakim)" userId="2e0f559b-8f84-4ffd-87e2-eac7fe92b5e6" providerId="ADAL" clId="{6E9D1478-BB00-428C-9801-AEDB4433F89F}" dt="2020-02-17T17:33:54.896" v="5311" actId="2696"/>
        <pc:sldMkLst>
          <pc:docMk/>
          <pc:sldMk cId="1675000132" sldId="294"/>
        </pc:sldMkLst>
        <pc:spChg chg="del">
          <ac:chgData name="Qahtan, A.A.A. (Hakim)" userId="2e0f559b-8f84-4ffd-87e2-eac7fe92b5e6" providerId="ADAL" clId="{6E9D1478-BB00-428C-9801-AEDB4433F89F}" dt="2020-02-17T17:33:32.683" v="5309"/>
          <ac:spMkLst>
            <pc:docMk/>
            <pc:sldMk cId="1675000132" sldId="294"/>
            <ac:spMk id="1029" creationId="{AB45A142-4255-493C-8284-5D566C121B10}"/>
          </ac:spMkLst>
        </pc:spChg>
        <pc:cxnChg chg="del">
          <ac:chgData name="Qahtan, A.A.A. (Hakim)" userId="2e0f559b-8f84-4ffd-87e2-eac7fe92b5e6" providerId="ADAL" clId="{6E9D1478-BB00-428C-9801-AEDB4433F89F}" dt="2020-02-17T17:33:32.683" v="5309"/>
          <ac:cxnSpMkLst>
            <pc:docMk/>
            <pc:sldMk cId="1675000132" sldId="294"/>
            <ac:cxnSpMk id="1031" creationId="{38FB9660-F42F-4313-BBC4-47C007FE484C}"/>
          </ac:cxnSpMkLst>
        </pc:cxnChg>
      </pc:sldChg>
      <pc:sldChg chg="modSp add">
        <pc:chgData name="Qahtan, A.A.A. (Hakim)" userId="2e0f559b-8f84-4ffd-87e2-eac7fe92b5e6" providerId="ADAL" clId="{6E9D1478-BB00-428C-9801-AEDB4433F89F}" dt="2020-02-17T23:18:21.208" v="5781" actId="1038"/>
        <pc:sldMkLst>
          <pc:docMk/>
          <pc:sldMk cId="1139145506" sldId="295"/>
        </pc:sldMkLst>
        <pc:spChg chg="mod">
          <ac:chgData name="Qahtan, A.A.A. (Hakim)" userId="2e0f559b-8f84-4ffd-87e2-eac7fe92b5e6" providerId="ADAL" clId="{6E9D1478-BB00-428C-9801-AEDB4433F89F}" dt="2020-02-17T23:03:17.495" v="5565" actId="20577"/>
          <ac:spMkLst>
            <pc:docMk/>
            <pc:sldMk cId="1139145506" sldId="295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23:03:08.694" v="5553" actId="16959"/>
          <ac:spMkLst>
            <pc:docMk/>
            <pc:sldMk cId="1139145506" sldId="295"/>
            <ac:spMk id="5" creationId="{CDDB1FA9-E983-4B1F-A3ED-1B02562B98B5}"/>
          </ac:spMkLst>
        </pc:spChg>
        <pc:spChg chg="mod">
          <ac:chgData name="Qahtan, A.A.A. (Hakim)" userId="2e0f559b-8f84-4ffd-87e2-eac7fe92b5e6" providerId="ADAL" clId="{6E9D1478-BB00-428C-9801-AEDB4433F89F}" dt="2020-02-17T23:18:21.208" v="5781" actId="1038"/>
          <ac:spMkLst>
            <pc:docMk/>
            <pc:sldMk cId="1139145506" sldId="295"/>
            <ac:spMk id="6" creationId="{5BA9C3EF-BA83-42C4-9F87-4A835E8CA839}"/>
          </ac:spMkLst>
        </pc:spChg>
        <pc:spChg chg="mod">
          <ac:chgData name="Qahtan, A.A.A. (Hakim)" userId="2e0f559b-8f84-4ffd-87e2-eac7fe92b5e6" providerId="ADAL" clId="{6E9D1478-BB00-428C-9801-AEDB4433F89F}" dt="2020-02-17T23:18:21.208" v="5781" actId="1038"/>
          <ac:spMkLst>
            <pc:docMk/>
            <pc:sldMk cId="1139145506" sldId="295"/>
            <ac:spMk id="17" creationId="{7D0BD3FB-A751-48B9-9C2B-3EA58460266C}"/>
          </ac:spMkLst>
        </pc:spChg>
        <pc:spChg chg="mod">
          <ac:chgData name="Qahtan, A.A.A. (Hakim)" userId="2e0f559b-8f84-4ffd-87e2-eac7fe92b5e6" providerId="ADAL" clId="{6E9D1478-BB00-428C-9801-AEDB4433F89F}" dt="2020-02-17T23:18:21.208" v="5781" actId="1038"/>
          <ac:spMkLst>
            <pc:docMk/>
            <pc:sldMk cId="1139145506" sldId="295"/>
            <ac:spMk id="23" creationId="{58689362-D4F1-483F-80E9-5276BC892433}"/>
          </ac:spMkLst>
        </pc:spChg>
        <pc:graphicFrameChg chg="mod">
          <ac:chgData name="Qahtan, A.A.A. (Hakim)" userId="2e0f559b-8f84-4ffd-87e2-eac7fe92b5e6" providerId="ADAL" clId="{6E9D1478-BB00-428C-9801-AEDB4433F89F}" dt="2020-02-17T23:18:21.208" v="5781" actId="1038"/>
          <ac:graphicFrameMkLst>
            <pc:docMk/>
            <pc:sldMk cId="1139145506" sldId="295"/>
            <ac:graphicFrameMk id="10" creationId="{BC49A718-E0E8-4C15-AD25-70BC2E38B941}"/>
          </ac:graphicFrameMkLst>
        </pc:graphicFrameChg>
        <pc:graphicFrameChg chg="mod">
          <ac:chgData name="Qahtan, A.A.A. (Hakim)" userId="2e0f559b-8f84-4ffd-87e2-eac7fe92b5e6" providerId="ADAL" clId="{6E9D1478-BB00-428C-9801-AEDB4433F89F}" dt="2020-02-17T23:18:21.208" v="5781" actId="1038"/>
          <ac:graphicFrameMkLst>
            <pc:docMk/>
            <pc:sldMk cId="1139145506" sldId="295"/>
            <ac:graphicFrameMk id="15" creationId="{639EFB21-ADDD-461B-A452-5A4609BDD5C3}"/>
          </ac:graphicFrameMkLst>
        </pc:graphicFrameChg>
        <pc:graphicFrameChg chg="mod modGraphic">
          <ac:chgData name="Qahtan, A.A.A. (Hakim)" userId="2e0f559b-8f84-4ffd-87e2-eac7fe92b5e6" providerId="ADAL" clId="{6E9D1478-BB00-428C-9801-AEDB4433F89F}" dt="2020-02-17T23:18:21.208" v="5781" actId="1038"/>
          <ac:graphicFrameMkLst>
            <pc:docMk/>
            <pc:sldMk cId="1139145506" sldId="295"/>
            <ac:graphicFrameMk id="22" creationId="{D880172C-05B1-4E42-B14F-4AA67BCEA05B}"/>
          </ac:graphicFrameMkLst>
        </pc:graphicFrameChg>
      </pc:sldChg>
      <pc:sldChg chg="addSp delSp modSp add">
        <pc:chgData name="Qahtan, A.A.A. (Hakim)" userId="2e0f559b-8f84-4ffd-87e2-eac7fe92b5e6" providerId="ADAL" clId="{6E9D1478-BB00-428C-9801-AEDB4433F89F}" dt="2020-02-17T23:18:39.363" v="5803" actId="1038"/>
        <pc:sldMkLst>
          <pc:docMk/>
          <pc:sldMk cId="1867645168" sldId="296"/>
        </pc:sldMkLst>
        <pc:spChg chg="mod">
          <ac:chgData name="Qahtan, A.A.A. (Hakim)" userId="2e0f559b-8f84-4ffd-87e2-eac7fe92b5e6" providerId="ADAL" clId="{6E9D1478-BB00-428C-9801-AEDB4433F89F}" dt="2020-02-17T23:03:35.657" v="5576" actId="20577"/>
          <ac:spMkLst>
            <pc:docMk/>
            <pc:sldMk cId="1867645168" sldId="296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23:18:39.363" v="5803" actId="1038"/>
          <ac:spMkLst>
            <pc:docMk/>
            <pc:sldMk cId="1867645168" sldId="296"/>
            <ac:spMk id="5" creationId="{CDDB1FA9-E983-4B1F-A3ED-1B02562B98B5}"/>
          </ac:spMkLst>
        </pc:spChg>
        <pc:spChg chg="mod">
          <ac:chgData name="Qahtan, A.A.A. (Hakim)" userId="2e0f559b-8f84-4ffd-87e2-eac7fe92b5e6" providerId="ADAL" clId="{6E9D1478-BB00-428C-9801-AEDB4433F89F}" dt="2020-02-17T23:18:39.363" v="5803" actId="1038"/>
          <ac:spMkLst>
            <pc:docMk/>
            <pc:sldMk cId="1867645168" sldId="296"/>
            <ac:spMk id="6" creationId="{5BA9C3EF-BA83-42C4-9F87-4A835E8CA839}"/>
          </ac:spMkLst>
        </pc:spChg>
        <pc:spChg chg="del">
          <ac:chgData name="Qahtan, A.A.A. (Hakim)" userId="2e0f559b-8f84-4ffd-87e2-eac7fe92b5e6" providerId="ADAL" clId="{6E9D1478-BB00-428C-9801-AEDB4433F89F}" dt="2020-02-17T23:05:13.335" v="5604" actId="478"/>
          <ac:spMkLst>
            <pc:docMk/>
            <pc:sldMk cId="1867645168" sldId="296"/>
            <ac:spMk id="17" creationId="{7D0BD3FB-A751-48B9-9C2B-3EA58460266C}"/>
          </ac:spMkLst>
        </pc:spChg>
        <pc:spChg chg="del">
          <ac:chgData name="Qahtan, A.A.A. (Hakim)" userId="2e0f559b-8f84-4ffd-87e2-eac7fe92b5e6" providerId="ADAL" clId="{6E9D1478-BB00-428C-9801-AEDB4433F89F}" dt="2020-02-17T23:06:39.392" v="5616" actId="478"/>
          <ac:spMkLst>
            <pc:docMk/>
            <pc:sldMk cId="1867645168" sldId="296"/>
            <ac:spMk id="23" creationId="{58689362-D4F1-483F-80E9-5276BC892433}"/>
          </ac:spMkLst>
        </pc:spChg>
        <pc:graphicFrameChg chg="mod modGraphic">
          <ac:chgData name="Qahtan, A.A.A. (Hakim)" userId="2e0f559b-8f84-4ffd-87e2-eac7fe92b5e6" providerId="ADAL" clId="{6E9D1478-BB00-428C-9801-AEDB4433F89F}" dt="2020-02-17T23:18:39.363" v="5803" actId="1038"/>
          <ac:graphicFrameMkLst>
            <pc:docMk/>
            <pc:sldMk cId="1867645168" sldId="296"/>
            <ac:graphicFrameMk id="10" creationId="{BC49A718-E0E8-4C15-AD25-70BC2E38B941}"/>
          </ac:graphicFrameMkLst>
        </pc:graphicFrameChg>
        <pc:graphicFrameChg chg="add del mod">
          <ac:chgData name="Qahtan, A.A.A. (Hakim)" userId="2e0f559b-8f84-4ffd-87e2-eac7fe92b5e6" providerId="ADAL" clId="{6E9D1478-BB00-428C-9801-AEDB4433F89F}" dt="2020-02-17T23:06:48.917" v="5619" actId="478"/>
          <ac:graphicFrameMkLst>
            <pc:docMk/>
            <pc:sldMk cId="1867645168" sldId="296"/>
            <ac:graphicFrameMk id="11" creationId="{416AEF7A-2B24-49EC-8E80-565ED4FB62A1}"/>
          </ac:graphicFrameMkLst>
        </pc:graphicFrameChg>
        <pc:graphicFrameChg chg="add mod modGraphic">
          <ac:chgData name="Qahtan, A.A.A. (Hakim)" userId="2e0f559b-8f84-4ffd-87e2-eac7fe92b5e6" providerId="ADAL" clId="{6E9D1478-BB00-428C-9801-AEDB4433F89F}" dt="2020-02-17T23:18:39.363" v="5803" actId="1038"/>
          <ac:graphicFrameMkLst>
            <pc:docMk/>
            <pc:sldMk cId="1867645168" sldId="296"/>
            <ac:graphicFrameMk id="12" creationId="{F37BBD4D-56D6-44F0-8F71-85BB3A6FB6DB}"/>
          </ac:graphicFrameMkLst>
        </pc:graphicFrameChg>
        <pc:graphicFrameChg chg="del">
          <ac:chgData name="Qahtan, A.A.A. (Hakim)" userId="2e0f559b-8f84-4ffd-87e2-eac7fe92b5e6" providerId="ADAL" clId="{6E9D1478-BB00-428C-9801-AEDB4433F89F}" dt="2020-02-17T23:05:10.430" v="5603" actId="478"/>
          <ac:graphicFrameMkLst>
            <pc:docMk/>
            <pc:sldMk cId="1867645168" sldId="296"/>
            <ac:graphicFrameMk id="15" creationId="{639EFB21-ADDD-461B-A452-5A4609BDD5C3}"/>
          </ac:graphicFrameMkLst>
        </pc:graphicFrameChg>
        <pc:graphicFrameChg chg="del">
          <ac:chgData name="Qahtan, A.A.A. (Hakim)" userId="2e0f559b-8f84-4ffd-87e2-eac7fe92b5e6" providerId="ADAL" clId="{6E9D1478-BB00-428C-9801-AEDB4433F89F}" dt="2020-02-17T23:06:34.325" v="5615" actId="478"/>
          <ac:graphicFrameMkLst>
            <pc:docMk/>
            <pc:sldMk cId="1867645168" sldId="296"/>
            <ac:graphicFrameMk id="22" creationId="{D880172C-05B1-4E42-B14F-4AA67BCEA05B}"/>
          </ac:graphicFrameMkLst>
        </pc:graphicFrameChg>
      </pc:sldChg>
      <pc:sldChg chg="addSp delSp modSp add">
        <pc:chgData name="Qahtan, A.A.A. (Hakim)" userId="2e0f559b-8f84-4ffd-87e2-eac7fe92b5e6" providerId="ADAL" clId="{6E9D1478-BB00-428C-9801-AEDB4433F89F}" dt="2020-02-17T23:21:46.199" v="5869" actId="1037"/>
        <pc:sldMkLst>
          <pc:docMk/>
          <pc:sldMk cId="332088965" sldId="297"/>
        </pc:sldMkLst>
        <pc:spChg chg="mod">
          <ac:chgData name="Qahtan, A.A.A. (Hakim)" userId="2e0f559b-8f84-4ffd-87e2-eac7fe92b5e6" providerId="ADAL" clId="{6E9D1478-BB00-428C-9801-AEDB4433F89F}" dt="2020-02-17T23:18:53.788" v="5814" actId="20577"/>
          <ac:spMkLst>
            <pc:docMk/>
            <pc:sldMk cId="332088965" sldId="297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7T23:21:46.199" v="5869" actId="1037"/>
          <ac:spMkLst>
            <pc:docMk/>
            <pc:sldMk cId="332088965" sldId="297"/>
            <ac:spMk id="5" creationId="{CDDB1FA9-E983-4B1F-A3ED-1B02562B98B5}"/>
          </ac:spMkLst>
        </pc:spChg>
        <pc:spChg chg="mod">
          <ac:chgData name="Qahtan, A.A.A. (Hakim)" userId="2e0f559b-8f84-4ffd-87e2-eac7fe92b5e6" providerId="ADAL" clId="{6E9D1478-BB00-428C-9801-AEDB4433F89F}" dt="2020-02-17T23:21:46.199" v="5869" actId="1037"/>
          <ac:spMkLst>
            <pc:docMk/>
            <pc:sldMk cId="332088965" sldId="297"/>
            <ac:spMk id="6" creationId="{5BA9C3EF-BA83-42C4-9F87-4A835E8CA839}"/>
          </ac:spMkLst>
        </pc:spChg>
        <pc:graphicFrameChg chg="add mod modGraphic">
          <ac:chgData name="Qahtan, A.A.A. (Hakim)" userId="2e0f559b-8f84-4ffd-87e2-eac7fe92b5e6" providerId="ADAL" clId="{6E9D1478-BB00-428C-9801-AEDB4433F89F}" dt="2020-02-17T23:21:46.199" v="5869" actId="1037"/>
          <ac:graphicFrameMkLst>
            <pc:docMk/>
            <pc:sldMk cId="332088965" sldId="297"/>
            <ac:graphicFrameMk id="7" creationId="{8EED6C20-CD4C-445C-8A86-AF8978216D12}"/>
          </ac:graphicFrameMkLst>
        </pc:graphicFrameChg>
        <pc:graphicFrameChg chg="mod">
          <ac:chgData name="Qahtan, A.A.A. (Hakim)" userId="2e0f559b-8f84-4ffd-87e2-eac7fe92b5e6" providerId="ADAL" clId="{6E9D1478-BB00-428C-9801-AEDB4433F89F}" dt="2020-02-17T23:21:46.199" v="5869" actId="1037"/>
          <ac:graphicFrameMkLst>
            <pc:docMk/>
            <pc:sldMk cId="332088965" sldId="297"/>
            <ac:graphicFrameMk id="10" creationId="{BC49A718-E0E8-4C15-AD25-70BC2E38B941}"/>
          </ac:graphicFrameMkLst>
        </pc:graphicFrameChg>
        <pc:graphicFrameChg chg="del">
          <ac:chgData name="Qahtan, A.A.A. (Hakim)" userId="2e0f559b-8f84-4ffd-87e2-eac7fe92b5e6" providerId="ADAL" clId="{6E9D1478-BB00-428C-9801-AEDB4433F89F}" dt="2020-02-17T23:20:39.291" v="5825" actId="478"/>
          <ac:graphicFrameMkLst>
            <pc:docMk/>
            <pc:sldMk cId="332088965" sldId="297"/>
            <ac:graphicFrameMk id="12" creationId="{F37BBD4D-56D6-44F0-8F71-85BB3A6FB6DB}"/>
          </ac:graphicFrameMkLst>
        </pc:graphicFrameChg>
      </pc:sldChg>
      <pc:sldChg chg="add">
        <pc:chgData name="Qahtan, A.A.A. (Hakim)" userId="2e0f559b-8f84-4ffd-87e2-eac7fe92b5e6" providerId="ADAL" clId="{6E9D1478-BB00-428C-9801-AEDB4433F89F}" dt="2020-02-17T23:21:55.377" v="5870"/>
        <pc:sldMkLst>
          <pc:docMk/>
          <pc:sldMk cId="2260447024" sldId="298"/>
        </pc:sldMkLst>
      </pc:sldChg>
      <pc:sldChg chg="addSp delSp modSp add del">
        <pc:chgData name="Qahtan, A.A.A. (Hakim)" userId="2e0f559b-8f84-4ffd-87e2-eac7fe92b5e6" providerId="ADAL" clId="{6E9D1478-BB00-428C-9801-AEDB4433F89F}" dt="2020-02-18T00:21:00.192" v="6124" actId="2696"/>
        <pc:sldMkLst>
          <pc:docMk/>
          <pc:sldMk cId="2467523314" sldId="299"/>
        </pc:sldMkLst>
        <pc:spChg chg="mod">
          <ac:chgData name="Qahtan, A.A.A. (Hakim)" userId="2e0f559b-8f84-4ffd-87e2-eac7fe92b5e6" providerId="ADAL" clId="{6E9D1478-BB00-428C-9801-AEDB4433F89F}" dt="2020-02-18T00:11:19.877" v="6016" actId="20577"/>
          <ac:spMkLst>
            <pc:docMk/>
            <pc:sldMk cId="2467523314" sldId="299"/>
            <ac:spMk id="2" creationId="{285AF5F2-267A-4A6E-AAB7-2C088BAE714C}"/>
          </ac:spMkLst>
        </pc:spChg>
        <pc:spChg chg="add del mod">
          <ac:chgData name="Qahtan, A.A.A. (Hakim)" userId="2e0f559b-8f84-4ffd-87e2-eac7fe92b5e6" providerId="ADAL" clId="{6E9D1478-BB00-428C-9801-AEDB4433F89F}" dt="2020-02-18T00:11:34.424" v="6019" actId="478"/>
          <ac:spMkLst>
            <pc:docMk/>
            <pc:sldMk cId="2467523314" sldId="299"/>
            <ac:spMk id="4" creationId="{63298E21-52CE-4862-887C-8252A40A8D6E}"/>
          </ac:spMkLst>
        </pc:spChg>
        <pc:spChg chg="del mod">
          <ac:chgData name="Qahtan, A.A.A. (Hakim)" userId="2e0f559b-8f84-4ffd-87e2-eac7fe92b5e6" providerId="ADAL" clId="{6E9D1478-BB00-428C-9801-AEDB4433F89F}" dt="2020-02-18T00:11:23.916" v="6017" actId="478"/>
          <ac:spMkLst>
            <pc:docMk/>
            <pc:sldMk cId="2467523314" sldId="299"/>
            <ac:spMk id="5" creationId="{CDDB1FA9-E983-4B1F-A3ED-1B02562B98B5}"/>
          </ac:spMkLst>
        </pc:spChg>
        <pc:spChg chg="del">
          <ac:chgData name="Qahtan, A.A.A. (Hakim)" userId="2e0f559b-8f84-4ffd-87e2-eac7fe92b5e6" providerId="ADAL" clId="{6E9D1478-BB00-428C-9801-AEDB4433F89F}" dt="2020-02-18T00:10:17.240" v="5991" actId="478"/>
          <ac:spMkLst>
            <pc:docMk/>
            <pc:sldMk cId="2467523314" sldId="299"/>
            <ac:spMk id="6" creationId="{5BA9C3EF-BA83-42C4-9F87-4A835E8CA839}"/>
          </ac:spMkLst>
        </pc:spChg>
        <pc:spChg chg="add mod">
          <ac:chgData name="Qahtan, A.A.A. (Hakim)" userId="2e0f559b-8f84-4ffd-87e2-eac7fe92b5e6" providerId="ADAL" clId="{6E9D1478-BB00-428C-9801-AEDB4433F89F}" dt="2020-02-18T00:19:49.530" v="6122" actId="2711"/>
          <ac:spMkLst>
            <pc:docMk/>
            <pc:sldMk cId="2467523314" sldId="299"/>
            <ac:spMk id="11" creationId="{C45A49BA-F1EE-4748-AA1D-3967F9097D38}"/>
          </ac:spMkLst>
        </pc:spChg>
        <pc:spChg chg="del">
          <ac:chgData name="Qahtan, A.A.A. (Hakim)" userId="2e0f559b-8f84-4ffd-87e2-eac7fe92b5e6" providerId="ADAL" clId="{6E9D1478-BB00-428C-9801-AEDB4433F89F}" dt="2020-02-18T00:10:17.240" v="5991" actId="478"/>
          <ac:spMkLst>
            <pc:docMk/>
            <pc:sldMk cId="2467523314" sldId="299"/>
            <ac:spMk id="17" creationId="{7D0BD3FB-A751-48B9-9C2B-3EA58460266C}"/>
          </ac:spMkLst>
        </pc:spChg>
        <pc:spChg chg="del mod">
          <ac:chgData name="Qahtan, A.A.A. (Hakim)" userId="2e0f559b-8f84-4ffd-87e2-eac7fe92b5e6" providerId="ADAL" clId="{6E9D1478-BB00-428C-9801-AEDB4433F89F}" dt="2020-02-18T00:10:17.240" v="5991" actId="478"/>
          <ac:spMkLst>
            <pc:docMk/>
            <pc:sldMk cId="2467523314" sldId="299"/>
            <ac:spMk id="23" creationId="{58689362-D4F1-483F-80E9-5276BC892433}"/>
          </ac:spMkLst>
        </pc:spChg>
        <pc:graphicFrameChg chg="del">
          <ac:chgData name="Qahtan, A.A.A. (Hakim)" userId="2e0f559b-8f84-4ffd-87e2-eac7fe92b5e6" providerId="ADAL" clId="{6E9D1478-BB00-428C-9801-AEDB4433F89F}" dt="2020-02-18T00:10:17.240" v="5991" actId="478"/>
          <ac:graphicFrameMkLst>
            <pc:docMk/>
            <pc:sldMk cId="2467523314" sldId="299"/>
            <ac:graphicFrameMk id="10" creationId="{BC49A718-E0E8-4C15-AD25-70BC2E38B941}"/>
          </ac:graphicFrameMkLst>
        </pc:graphicFrameChg>
        <pc:graphicFrameChg chg="del modGraphic">
          <ac:chgData name="Qahtan, A.A.A. (Hakim)" userId="2e0f559b-8f84-4ffd-87e2-eac7fe92b5e6" providerId="ADAL" clId="{6E9D1478-BB00-428C-9801-AEDB4433F89F}" dt="2020-02-18T00:10:17.240" v="5991" actId="478"/>
          <ac:graphicFrameMkLst>
            <pc:docMk/>
            <pc:sldMk cId="2467523314" sldId="299"/>
            <ac:graphicFrameMk id="15" creationId="{639EFB21-ADDD-461B-A452-5A4609BDD5C3}"/>
          </ac:graphicFrameMkLst>
        </pc:graphicFrameChg>
        <pc:graphicFrameChg chg="del mod modGraphic">
          <ac:chgData name="Qahtan, A.A.A. (Hakim)" userId="2e0f559b-8f84-4ffd-87e2-eac7fe92b5e6" providerId="ADAL" clId="{6E9D1478-BB00-428C-9801-AEDB4433F89F}" dt="2020-02-18T00:10:17.240" v="5991" actId="478"/>
          <ac:graphicFrameMkLst>
            <pc:docMk/>
            <pc:sldMk cId="2467523314" sldId="299"/>
            <ac:graphicFrameMk id="22" creationId="{D880172C-05B1-4E42-B14F-4AA67BCEA05B}"/>
          </ac:graphicFrameMkLst>
        </pc:graphicFrameChg>
      </pc:sldChg>
      <pc:sldChg chg="add">
        <pc:chgData name="Qahtan, A.A.A. (Hakim)" userId="2e0f559b-8f84-4ffd-87e2-eac7fe92b5e6" providerId="ADAL" clId="{6E9D1478-BB00-428C-9801-AEDB4433F89F}" dt="2020-02-18T00:20:56.498" v="6123"/>
        <pc:sldMkLst>
          <pc:docMk/>
          <pc:sldMk cId="4141234067" sldId="300"/>
        </pc:sldMkLst>
      </pc:sldChg>
      <pc:sldChg chg="modSp add">
        <pc:chgData name="Qahtan, A.A.A. (Hakim)" userId="2e0f559b-8f84-4ffd-87e2-eac7fe92b5e6" providerId="ADAL" clId="{6E9D1478-BB00-428C-9801-AEDB4433F89F}" dt="2020-02-18T00:24:02.285" v="6190" actId="20577"/>
        <pc:sldMkLst>
          <pc:docMk/>
          <pc:sldMk cId="1939239639" sldId="301"/>
        </pc:sldMkLst>
        <pc:spChg chg="mod">
          <ac:chgData name="Qahtan, A.A.A. (Hakim)" userId="2e0f559b-8f84-4ffd-87e2-eac7fe92b5e6" providerId="ADAL" clId="{6E9D1478-BB00-428C-9801-AEDB4433F89F}" dt="2020-02-18T00:24:02.285" v="6190" actId="20577"/>
          <ac:spMkLst>
            <pc:docMk/>
            <pc:sldMk cId="1939239639" sldId="301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00:21:36.946" v="6144" actId="114"/>
          <ac:spMkLst>
            <pc:docMk/>
            <pc:sldMk cId="1939239639" sldId="301"/>
            <ac:spMk id="5" creationId="{CDDB1FA9-E983-4B1F-A3ED-1B02562B98B5}"/>
          </ac:spMkLst>
        </pc:spChg>
        <pc:spChg chg="mod">
          <ac:chgData name="Qahtan, A.A.A. (Hakim)" userId="2e0f559b-8f84-4ffd-87e2-eac7fe92b5e6" providerId="ADAL" clId="{6E9D1478-BB00-428C-9801-AEDB4433F89F}" dt="2020-02-18T00:23:53.411" v="6186" actId="1076"/>
          <ac:spMkLst>
            <pc:docMk/>
            <pc:sldMk cId="1939239639" sldId="301"/>
            <ac:spMk id="23" creationId="{58689362-D4F1-483F-80E9-5276BC892433}"/>
          </ac:spMkLst>
        </pc:spChg>
        <pc:graphicFrameChg chg="mod modGraphic">
          <ac:chgData name="Qahtan, A.A.A. (Hakim)" userId="2e0f559b-8f84-4ffd-87e2-eac7fe92b5e6" providerId="ADAL" clId="{6E9D1478-BB00-428C-9801-AEDB4433F89F}" dt="2020-02-18T00:23:43.931" v="6185"/>
          <ac:graphicFrameMkLst>
            <pc:docMk/>
            <pc:sldMk cId="1939239639" sldId="301"/>
            <ac:graphicFrameMk id="22" creationId="{D880172C-05B1-4E42-B14F-4AA67BCEA05B}"/>
          </ac:graphicFrameMkLst>
        </pc:graphicFrameChg>
      </pc:sldChg>
      <pc:sldChg chg="addSp delSp modSp add">
        <pc:chgData name="Qahtan, A.A.A. (Hakim)" userId="2e0f559b-8f84-4ffd-87e2-eac7fe92b5e6" providerId="ADAL" clId="{6E9D1478-BB00-428C-9801-AEDB4433F89F}" dt="2020-02-19T10:18:12.565" v="13142" actId="1076"/>
        <pc:sldMkLst>
          <pc:docMk/>
          <pc:sldMk cId="3506972681" sldId="302"/>
        </pc:sldMkLst>
        <pc:spChg chg="mod">
          <ac:chgData name="Qahtan, A.A.A. (Hakim)" userId="2e0f559b-8f84-4ffd-87e2-eac7fe92b5e6" providerId="ADAL" clId="{6E9D1478-BB00-428C-9801-AEDB4433F89F}" dt="2020-02-18T00:24:29.980" v="6211" actId="5793"/>
          <ac:spMkLst>
            <pc:docMk/>
            <pc:sldMk cId="3506972681" sldId="302"/>
            <ac:spMk id="2" creationId="{285AF5F2-267A-4A6E-AAB7-2C088BAE714C}"/>
          </ac:spMkLst>
        </pc:spChg>
        <pc:spChg chg="add del mod">
          <ac:chgData name="Qahtan, A.A.A. (Hakim)" userId="2e0f559b-8f84-4ffd-87e2-eac7fe92b5e6" providerId="ADAL" clId="{6E9D1478-BB00-428C-9801-AEDB4433F89F}" dt="2020-02-18T00:25:15.809" v="6220" actId="478"/>
          <ac:spMkLst>
            <pc:docMk/>
            <pc:sldMk cId="3506972681" sldId="302"/>
            <ac:spMk id="4" creationId="{B9FDFEEC-8AE8-477D-991E-79BB7C40466B}"/>
          </ac:spMkLst>
        </pc:spChg>
        <pc:spChg chg="del">
          <ac:chgData name="Qahtan, A.A.A. (Hakim)" userId="2e0f559b-8f84-4ffd-87e2-eac7fe92b5e6" providerId="ADAL" clId="{6E9D1478-BB00-428C-9801-AEDB4433F89F}" dt="2020-02-18T00:24:38.074" v="6212" actId="478"/>
          <ac:spMkLst>
            <pc:docMk/>
            <pc:sldMk cId="3506972681" sldId="302"/>
            <ac:spMk id="5" creationId="{CDDB1FA9-E983-4B1F-A3ED-1B02562B98B5}"/>
          </ac:spMkLst>
        </pc:spChg>
        <pc:spChg chg="mod">
          <ac:chgData name="Qahtan, A.A.A. (Hakim)" userId="2e0f559b-8f84-4ffd-87e2-eac7fe92b5e6" providerId="ADAL" clId="{6E9D1478-BB00-428C-9801-AEDB4433F89F}" dt="2020-02-18T00:25:24.418" v="6221" actId="1076"/>
          <ac:spMkLst>
            <pc:docMk/>
            <pc:sldMk cId="3506972681" sldId="302"/>
            <ac:spMk id="6" creationId="{5BA9C3EF-BA83-42C4-9F87-4A835E8CA839}"/>
          </ac:spMkLst>
        </pc:spChg>
        <pc:spChg chg="add mod">
          <ac:chgData name="Qahtan, A.A.A. (Hakim)" userId="2e0f559b-8f84-4ffd-87e2-eac7fe92b5e6" providerId="ADAL" clId="{6E9D1478-BB00-428C-9801-AEDB4433F89F}" dt="2020-02-18T00:43:56.237" v="6513" actId="1076"/>
          <ac:spMkLst>
            <pc:docMk/>
            <pc:sldMk cId="3506972681" sldId="302"/>
            <ac:spMk id="12" creationId="{A41B90DB-ECA2-42C0-9766-5F5522C515F4}"/>
          </ac:spMkLst>
        </pc:spChg>
        <pc:spChg chg="mod">
          <ac:chgData name="Qahtan, A.A.A. (Hakim)" userId="2e0f559b-8f84-4ffd-87e2-eac7fe92b5e6" providerId="ADAL" clId="{6E9D1478-BB00-428C-9801-AEDB4433F89F}" dt="2020-02-19T10:18:12.565" v="13142" actId="1076"/>
          <ac:spMkLst>
            <pc:docMk/>
            <pc:sldMk cId="3506972681" sldId="302"/>
            <ac:spMk id="17" creationId="{7D0BD3FB-A751-48B9-9C2B-3EA58460266C}"/>
          </ac:spMkLst>
        </pc:spChg>
        <pc:spChg chg="mod">
          <ac:chgData name="Qahtan, A.A.A. (Hakim)" userId="2e0f559b-8f84-4ffd-87e2-eac7fe92b5e6" providerId="ADAL" clId="{6E9D1478-BB00-428C-9801-AEDB4433F89F}" dt="2020-02-19T10:18:12.565" v="13142" actId="1076"/>
          <ac:spMkLst>
            <pc:docMk/>
            <pc:sldMk cId="3506972681" sldId="302"/>
            <ac:spMk id="23" creationId="{58689362-D4F1-483F-80E9-5276BC892433}"/>
          </ac:spMkLst>
        </pc:spChg>
        <pc:graphicFrameChg chg="mod modGraphic">
          <ac:chgData name="Qahtan, A.A.A. (Hakim)" userId="2e0f559b-8f84-4ffd-87e2-eac7fe92b5e6" providerId="ADAL" clId="{6E9D1478-BB00-428C-9801-AEDB4433F89F}" dt="2020-02-18T00:33:57.057" v="6348" actId="20577"/>
          <ac:graphicFrameMkLst>
            <pc:docMk/>
            <pc:sldMk cId="3506972681" sldId="302"/>
            <ac:graphicFrameMk id="10" creationId="{BC49A718-E0E8-4C15-AD25-70BC2E38B941}"/>
          </ac:graphicFrameMkLst>
        </pc:graphicFrameChg>
        <pc:graphicFrameChg chg="mod modGraphic">
          <ac:chgData name="Qahtan, A.A.A. (Hakim)" userId="2e0f559b-8f84-4ffd-87e2-eac7fe92b5e6" providerId="ADAL" clId="{6E9D1478-BB00-428C-9801-AEDB4433F89F}" dt="2020-02-19T10:18:12.565" v="13142" actId="1076"/>
          <ac:graphicFrameMkLst>
            <pc:docMk/>
            <pc:sldMk cId="3506972681" sldId="302"/>
            <ac:graphicFrameMk id="15" creationId="{639EFB21-ADDD-461B-A452-5A4609BDD5C3}"/>
          </ac:graphicFrameMkLst>
        </pc:graphicFrameChg>
        <pc:graphicFrameChg chg="mod modGraphic">
          <ac:chgData name="Qahtan, A.A.A. (Hakim)" userId="2e0f559b-8f84-4ffd-87e2-eac7fe92b5e6" providerId="ADAL" clId="{6E9D1478-BB00-428C-9801-AEDB4433F89F}" dt="2020-02-19T10:18:12.565" v="13142" actId="1076"/>
          <ac:graphicFrameMkLst>
            <pc:docMk/>
            <pc:sldMk cId="3506972681" sldId="302"/>
            <ac:graphicFrameMk id="22" creationId="{D880172C-05B1-4E42-B14F-4AA67BCEA05B}"/>
          </ac:graphicFrameMkLst>
        </pc:graphicFrameChg>
      </pc:sldChg>
      <pc:sldChg chg="addSp delSp modSp add">
        <pc:chgData name="Qahtan, A.A.A. (Hakim)" userId="2e0f559b-8f84-4ffd-87e2-eac7fe92b5e6" providerId="ADAL" clId="{6E9D1478-BB00-428C-9801-AEDB4433F89F}" dt="2020-02-19T10:18:33.229" v="13143" actId="1076"/>
        <pc:sldMkLst>
          <pc:docMk/>
          <pc:sldMk cId="1102612779" sldId="303"/>
        </pc:sldMkLst>
        <pc:spChg chg="mod">
          <ac:chgData name="Qahtan, A.A.A. (Hakim)" userId="2e0f559b-8f84-4ffd-87e2-eac7fe92b5e6" providerId="ADAL" clId="{6E9D1478-BB00-428C-9801-AEDB4433F89F}" dt="2020-02-18T00:44:33.410" v="6539" actId="20577"/>
          <ac:spMkLst>
            <pc:docMk/>
            <pc:sldMk cId="1102612779" sldId="303"/>
            <ac:spMk id="2" creationId="{285AF5F2-267A-4A6E-AAB7-2C088BAE714C}"/>
          </ac:spMkLst>
        </pc:spChg>
        <pc:spChg chg="add del mod">
          <ac:chgData name="Qahtan, A.A.A. (Hakim)" userId="2e0f559b-8f84-4ffd-87e2-eac7fe92b5e6" providerId="ADAL" clId="{6E9D1478-BB00-428C-9801-AEDB4433F89F}" dt="2020-02-18T00:50:09.395" v="6578" actId="478"/>
          <ac:spMkLst>
            <pc:docMk/>
            <pc:sldMk cId="1102612779" sldId="303"/>
            <ac:spMk id="4" creationId="{C349953F-CDE6-4144-BFF9-5EA7654FDD07}"/>
          </ac:spMkLst>
        </pc:spChg>
        <pc:spChg chg="del mod">
          <ac:chgData name="Qahtan, A.A.A. (Hakim)" userId="2e0f559b-8f84-4ffd-87e2-eac7fe92b5e6" providerId="ADAL" clId="{6E9D1478-BB00-428C-9801-AEDB4433F89F}" dt="2020-02-18T00:50:03.495" v="6576" actId="478"/>
          <ac:spMkLst>
            <pc:docMk/>
            <pc:sldMk cId="1102612779" sldId="303"/>
            <ac:spMk id="5" creationId="{CDDB1FA9-E983-4B1F-A3ED-1B02562B98B5}"/>
          </ac:spMkLst>
        </pc:spChg>
        <pc:spChg chg="mod">
          <ac:chgData name="Qahtan, A.A.A. (Hakim)" userId="2e0f559b-8f84-4ffd-87e2-eac7fe92b5e6" providerId="ADAL" clId="{6E9D1478-BB00-428C-9801-AEDB4433F89F}" dt="2020-02-18T00:46:13.110" v="6561" actId="1076"/>
          <ac:spMkLst>
            <pc:docMk/>
            <pc:sldMk cId="1102612779" sldId="303"/>
            <ac:spMk id="6" creationId="{5BA9C3EF-BA83-42C4-9F87-4A835E8CA839}"/>
          </ac:spMkLst>
        </pc:spChg>
        <pc:spChg chg="add mod">
          <ac:chgData name="Qahtan, A.A.A. (Hakim)" userId="2e0f559b-8f84-4ffd-87e2-eac7fe92b5e6" providerId="ADAL" clId="{6E9D1478-BB00-428C-9801-AEDB4433F89F}" dt="2020-02-19T10:18:33.229" v="13143" actId="1076"/>
          <ac:spMkLst>
            <pc:docMk/>
            <pc:sldMk cId="1102612779" sldId="303"/>
            <ac:spMk id="12" creationId="{D50420CA-27E7-4F61-AD35-12248E7AD611}"/>
          </ac:spMkLst>
        </pc:spChg>
        <pc:spChg chg="mod">
          <ac:chgData name="Qahtan, A.A.A. (Hakim)" userId="2e0f559b-8f84-4ffd-87e2-eac7fe92b5e6" providerId="ADAL" clId="{6E9D1478-BB00-428C-9801-AEDB4433F89F}" dt="2020-02-18T00:46:13.110" v="6561" actId="1076"/>
          <ac:spMkLst>
            <pc:docMk/>
            <pc:sldMk cId="1102612779" sldId="303"/>
            <ac:spMk id="17" creationId="{7D0BD3FB-A751-48B9-9C2B-3EA58460266C}"/>
          </ac:spMkLst>
        </pc:spChg>
        <pc:spChg chg="mod">
          <ac:chgData name="Qahtan, A.A.A. (Hakim)" userId="2e0f559b-8f84-4ffd-87e2-eac7fe92b5e6" providerId="ADAL" clId="{6E9D1478-BB00-428C-9801-AEDB4433F89F}" dt="2020-02-18T00:46:21.480" v="6562" actId="1076"/>
          <ac:spMkLst>
            <pc:docMk/>
            <pc:sldMk cId="1102612779" sldId="303"/>
            <ac:spMk id="23" creationId="{58689362-D4F1-483F-80E9-5276BC892433}"/>
          </ac:spMkLst>
        </pc:spChg>
        <pc:graphicFrameChg chg="mod">
          <ac:chgData name="Qahtan, A.A.A. (Hakim)" userId="2e0f559b-8f84-4ffd-87e2-eac7fe92b5e6" providerId="ADAL" clId="{6E9D1478-BB00-428C-9801-AEDB4433F89F}" dt="2020-02-18T00:46:13.110" v="6561" actId="1076"/>
          <ac:graphicFrameMkLst>
            <pc:docMk/>
            <pc:sldMk cId="1102612779" sldId="303"/>
            <ac:graphicFrameMk id="10" creationId="{BC49A718-E0E8-4C15-AD25-70BC2E38B941}"/>
          </ac:graphicFrameMkLst>
        </pc:graphicFrameChg>
        <pc:graphicFrameChg chg="add mod modGraphic">
          <ac:chgData name="Qahtan, A.A.A. (Hakim)" userId="2e0f559b-8f84-4ffd-87e2-eac7fe92b5e6" providerId="ADAL" clId="{6E9D1478-BB00-428C-9801-AEDB4433F89F}" dt="2020-02-19T10:18:33.229" v="13143" actId="1076"/>
          <ac:graphicFrameMkLst>
            <pc:docMk/>
            <pc:sldMk cId="1102612779" sldId="303"/>
            <ac:graphicFrameMk id="11" creationId="{23F536B8-9619-46BC-844D-CE4D64DA4CC3}"/>
          </ac:graphicFrameMkLst>
        </pc:graphicFrameChg>
        <pc:graphicFrameChg chg="mod">
          <ac:chgData name="Qahtan, A.A.A. (Hakim)" userId="2e0f559b-8f84-4ffd-87e2-eac7fe92b5e6" providerId="ADAL" clId="{6E9D1478-BB00-428C-9801-AEDB4433F89F}" dt="2020-02-18T00:46:13.110" v="6561" actId="1076"/>
          <ac:graphicFrameMkLst>
            <pc:docMk/>
            <pc:sldMk cId="1102612779" sldId="303"/>
            <ac:graphicFrameMk id="15" creationId="{639EFB21-ADDD-461B-A452-5A4609BDD5C3}"/>
          </ac:graphicFrameMkLst>
        </pc:graphicFrameChg>
        <pc:graphicFrameChg chg="mod">
          <ac:chgData name="Qahtan, A.A.A. (Hakim)" userId="2e0f559b-8f84-4ffd-87e2-eac7fe92b5e6" providerId="ADAL" clId="{6E9D1478-BB00-428C-9801-AEDB4433F89F}" dt="2020-02-18T00:46:21.480" v="6562" actId="1076"/>
          <ac:graphicFrameMkLst>
            <pc:docMk/>
            <pc:sldMk cId="1102612779" sldId="303"/>
            <ac:graphicFrameMk id="22" creationId="{D880172C-05B1-4E42-B14F-4AA67BCEA05B}"/>
          </ac:graphicFrameMkLst>
        </pc:graphicFrameChg>
      </pc:sldChg>
      <pc:sldChg chg="delSp modSp add">
        <pc:chgData name="Qahtan, A.A.A. (Hakim)" userId="2e0f559b-8f84-4ffd-87e2-eac7fe92b5e6" providerId="ADAL" clId="{6E9D1478-BB00-428C-9801-AEDB4433F89F}" dt="2020-02-21T16:00:43.167" v="15787" actId="20577"/>
        <pc:sldMkLst>
          <pc:docMk/>
          <pc:sldMk cId="214954337" sldId="304"/>
        </pc:sldMkLst>
        <pc:spChg chg="mod">
          <ac:chgData name="Qahtan, A.A.A. (Hakim)" userId="2e0f559b-8f84-4ffd-87e2-eac7fe92b5e6" providerId="ADAL" clId="{6E9D1478-BB00-428C-9801-AEDB4433F89F}" dt="2020-02-18T00:52:14.106" v="6638" actId="20577"/>
          <ac:spMkLst>
            <pc:docMk/>
            <pc:sldMk cId="214954337" sldId="304"/>
            <ac:spMk id="2" creationId="{285AF5F2-267A-4A6E-AAB7-2C088BAE714C}"/>
          </ac:spMkLst>
        </pc:spChg>
        <pc:spChg chg="del">
          <ac:chgData name="Qahtan, A.A.A. (Hakim)" userId="2e0f559b-8f84-4ffd-87e2-eac7fe92b5e6" providerId="ADAL" clId="{6E9D1478-BB00-428C-9801-AEDB4433F89F}" dt="2020-02-18T00:50:55.699" v="6581" actId="478"/>
          <ac:spMkLst>
            <pc:docMk/>
            <pc:sldMk cId="214954337" sldId="304"/>
            <ac:spMk id="6" creationId="{5BA9C3EF-BA83-42C4-9F87-4A835E8CA839}"/>
          </ac:spMkLst>
        </pc:spChg>
        <pc:spChg chg="del">
          <ac:chgData name="Qahtan, A.A.A. (Hakim)" userId="2e0f559b-8f84-4ffd-87e2-eac7fe92b5e6" providerId="ADAL" clId="{6E9D1478-BB00-428C-9801-AEDB4433F89F}" dt="2020-02-18T00:50:51.287" v="6580" actId="478"/>
          <ac:spMkLst>
            <pc:docMk/>
            <pc:sldMk cId="214954337" sldId="304"/>
            <ac:spMk id="12" creationId="{D50420CA-27E7-4F61-AD35-12248E7AD611}"/>
          </ac:spMkLst>
        </pc:spChg>
        <pc:spChg chg="del">
          <ac:chgData name="Qahtan, A.A.A. (Hakim)" userId="2e0f559b-8f84-4ffd-87e2-eac7fe92b5e6" providerId="ADAL" clId="{6E9D1478-BB00-428C-9801-AEDB4433F89F}" dt="2020-02-18T00:50:51.287" v="6580" actId="478"/>
          <ac:spMkLst>
            <pc:docMk/>
            <pc:sldMk cId="214954337" sldId="304"/>
            <ac:spMk id="17" creationId="{7D0BD3FB-A751-48B9-9C2B-3EA58460266C}"/>
          </ac:spMkLst>
        </pc:spChg>
        <pc:spChg chg="del">
          <ac:chgData name="Qahtan, A.A.A. (Hakim)" userId="2e0f559b-8f84-4ffd-87e2-eac7fe92b5e6" providerId="ADAL" clId="{6E9D1478-BB00-428C-9801-AEDB4433F89F}" dt="2020-02-18T00:50:51.287" v="6580" actId="478"/>
          <ac:spMkLst>
            <pc:docMk/>
            <pc:sldMk cId="214954337" sldId="304"/>
            <ac:spMk id="23" creationId="{58689362-D4F1-483F-80E9-5276BC892433}"/>
          </ac:spMkLst>
        </pc:spChg>
        <pc:graphicFrameChg chg="mod modGraphic">
          <ac:chgData name="Qahtan, A.A.A. (Hakim)" userId="2e0f559b-8f84-4ffd-87e2-eac7fe92b5e6" providerId="ADAL" clId="{6E9D1478-BB00-428C-9801-AEDB4433F89F}" dt="2020-02-21T16:00:43.167" v="15787" actId="20577"/>
          <ac:graphicFrameMkLst>
            <pc:docMk/>
            <pc:sldMk cId="214954337" sldId="304"/>
            <ac:graphicFrameMk id="10" creationId="{BC49A718-E0E8-4C15-AD25-70BC2E38B941}"/>
          </ac:graphicFrameMkLst>
        </pc:graphicFrameChg>
        <pc:graphicFrameChg chg="del">
          <ac:chgData name="Qahtan, A.A.A. (Hakim)" userId="2e0f559b-8f84-4ffd-87e2-eac7fe92b5e6" providerId="ADAL" clId="{6E9D1478-BB00-428C-9801-AEDB4433F89F}" dt="2020-02-18T00:50:51.287" v="6580" actId="478"/>
          <ac:graphicFrameMkLst>
            <pc:docMk/>
            <pc:sldMk cId="214954337" sldId="304"/>
            <ac:graphicFrameMk id="11" creationId="{23F536B8-9619-46BC-844D-CE4D64DA4CC3}"/>
          </ac:graphicFrameMkLst>
        </pc:graphicFrameChg>
        <pc:graphicFrameChg chg="del">
          <ac:chgData name="Qahtan, A.A.A. (Hakim)" userId="2e0f559b-8f84-4ffd-87e2-eac7fe92b5e6" providerId="ADAL" clId="{6E9D1478-BB00-428C-9801-AEDB4433F89F}" dt="2020-02-18T00:50:51.287" v="6580" actId="478"/>
          <ac:graphicFrameMkLst>
            <pc:docMk/>
            <pc:sldMk cId="214954337" sldId="304"/>
            <ac:graphicFrameMk id="15" creationId="{639EFB21-ADDD-461B-A452-5A4609BDD5C3}"/>
          </ac:graphicFrameMkLst>
        </pc:graphicFrameChg>
        <pc:graphicFrameChg chg="del">
          <ac:chgData name="Qahtan, A.A.A. (Hakim)" userId="2e0f559b-8f84-4ffd-87e2-eac7fe92b5e6" providerId="ADAL" clId="{6E9D1478-BB00-428C-9801-AEDB4433F89F}" dt="2020-02-18T00:50:51.287" v="6580" actId="478"/>
          <ac:graphicFrameMkLst>
            <pc:docMk/>
            <pc:sldMk cId="214954337" sldId="304"/>
            <ac:graphicFrameMk id="22" creationId="{D880172C-05B1-4E42-B14F-4AA67BCEA05B}"/>
          </ac:graphicFrameMkLst>
        </pc:graphicFrameChg>
      </pc:sldChg>
      <pc:sldChg chg="modSp add">
        <pc:chgData name="Qahtan, A.A.A. (Hakim)" userId="2e0f559b-8f84-4ffd-87e2-eac7fe92b5e6" providerId="ADAL" clId="{6E9D1478-BB00-428C-9801-AEDB4433F89F}" dt="2020-02-21T16:01:09.050" v="15788" actId="20577"/>
        <pc:sldMkLst>
          <pc:docMk/>
          <pc:sldMk cId="9288734" sldId="305"/>
        </pc:sldMkLst>
        <pc:spChg chg="mod">
          <ac:chgData name="Qahtan, A.A.A. (Hakim)" userId="2e0f559b-8f84-4ffd-87e2-eac7fe92b5e6" providerId="ADAL" clId="{6E9D1478-BB00-428C-9801-AEDB4433F89F}" dt="2020-02-18T09:51:14.210" v="6913" actId="20577"/>
          <ac:spMkLst>
            <pc:docMk/>
            <pc:sldMk cId="9288734" sldId="305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21T16:01:09.050" v="15788" actId="20577"/>
          <ac:spMkLst>
            <pc:docMk/>
            <pc:sldMk cId="9288734" sldId="305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3:31:48.382" v="10458" actId="6549"/>
        <pc:sldMkLst>
          <pc:docMk/>
          <pc:sldMk cId="3632243350" sldId="306"/>
        </pc:sldMkLst>
        <pc:spChg chg="mod">
          <ac:chgData name="Qahtan, A.A.A. (Hakim)" userId="2e0f559b-8f84-4ffd-87e2-eac7fe92b5e6" providerId="ADAL" clId="{6E9D1478-BB00-428C-9801-AEDB4433F89F}" dt="2020-02-18T10:24:59.679" v="7774" actId="20577"/>
          <ac:spMkLst>
            <pc:docMk/>
            <pc:sldMk cId="3632243350" sldId="306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3:31:48.382" v="10458" actId="6549"/>
          <ac:spMkLst>
            <pc:docMk/>
            <pc:sldMk cId="3632243350" sldId="306"/>
            <ac:spMk id="11" creationId="{C45A49BA-F1EE-4748-AA1D-3967F9097D38}"/>
          </ac:spMkLst>
        </pc:spChg>
      </pc:sldChg>
      <pc:sldChg chg="addSp delSp modSp add">
        <pc:chgData name="Qahtan, A.A.A. (Hakim)" userId="2e0f559b-8f84-4ffd-87e2-eac7fe92b5e6" providerId="ADAL" clId="{6E9D1478-BB00-428C-9801-AEDB4433F89F}" dt="2020-02-18T10:13:42.540" v="7405" actId="20577"/>
        <pc:sldMkLst>
          <pc:docMk/>
          <pc:sldMk cId="1153626557" sldId="307"/>
        </pc:sldMkLst>
        <pc:spChg chg="mod">
          <ac:chgData name="Qahtan, A.A.A. (Hakim)" userId="2e0f559b-8f84-4ffd-87e2-eac7fe92b5e6" providerId="ADAL" clId="{6E9D1478-BB00-428C-9801-AEDB4433F89F}" dt="2020-02-18T10:13:42.540" v="7405" actId="20577"/>
          <ac:spMkLst>
            <pc:docMk/>
            <pc:sldMk cId="1153626557" sldId="307"/>
            <ac:spMk id="2" creationId="{285AF5F2-267A-4A6E-AAB7-2C088BAE714C}"/>
          </ac:spMkLst>
        </pc:spChg>
        <pc:spChg chg="del">
          <ac:chgData name="Qahtan, A.A.A. (Hakim)" userId="2e0f559b-8f84-4ffd-87e2-eac7fe92b5e6" providerId="ADAL" clId="{6E9D1478-BB00-428C-9801-AEDB4433F89F}" dt="2020-02-18T10:13:10.663" v="7393" actId="478"/>
          <ac:spMkLst>
            <pc:docMk/>
            <pc:sldMk cId="1153626557" sldId="307"/>
            <ac:spMk id="11" creationId="{C45A49BA-F1EE-4748-AA1D-3967F9097D38}"/>
          </ac:spMkLst>
        </pc:spChg>
        <pc:grpChg chg="add mod">
          <ac:chgData name="Qahtan, A.A.A. (Hakim)" userId="2e0f559b-8f84-4ffd-87e2-eac7fe92b5e6" providerId="ADAL" clId="{6E9D1478-BB00-428C-9801-AEDB4433F89F}" dt="2020-02-18T10:13:15.835" v="7395" actId="1076"/>
          <ac:grpSpMkLst>
            <pc:docMk/>
            <pc:sldMk cId="1153626557" sldId="307"/>
            <ac:grpSpMk id="4" creationId="{90793EBD-D2CE-4998-A3FA-44CACC06DD9B}"/>
          </ac:grpSpMkLst>
        </pc:grpChg>
      </pc:sldChg>
      <pc:sldChg chg="modSp add">
        <pc:chgData name="Qahtan, A.A.A. (Hakim)" userId="2e0f559b-8f84-4ffd-87e2-eac7fe92b5e6" providerId="ADAL" clId="{6E9D1478-BB00-428C-9801-AEDB4433F89F}" dt="2020-02-18T10:40:03.525" v="8566" actId="20577"/>
        <pc:sldMkLst>
          <pc:docMk/>
          <pc:sldMk cId="2649449854" sldId="308"/>
        </pc:sldMkLst>
        <pc:spChg chg="mod">
          <ac:chgData name="Qahtan, A.A.A. (Hakim)" userId="2e0f559b-8f84-4ffd-87e2-eac7fe92b5e6" providerId="ADAL" clId="{6E9D1478-BB00-428C-9801-AEDB4433F89F}" dt="2020-02-18T10:26:01.497" v="7779" actId="20577"/>
          <ac:spMkLst>
            <pc:docMk/>
            <pc:sldMk cId="2649449854" sldId="308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0:40:03.525" v="8566" actId="20577"/>
          <ac:spMkLst>
            <pc:docMk/>
            <pc:sldMk cId="2649449854" sldId="308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0:40:21.613" v="8568" actId="5793"/>
        <pc:sldMkLst>
          <pc:docMk/>
          <pc:sldMk cId="3182118749" sldId="309"/>
        </pc:sldMkLst>
        <pc:spChg chg="mod">
          <ac:chgData name="Qahtan, A.A.A. (Hakim)" userId="2e0f559b-8f84-4ffd-87e2-eac7fe92b5e6" providerId="ADAL" clId="{6E9D1478-BB00-428C-9801-AEDB4433F89F}" dt="2020-02-18T10:25:52.688" v="7777" actId="20577"/>
          <ac:spMkLst>
            <pc:docMk/>
            <pc:sldMk cId="3182118749" sldId="309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0:40:21.613" v="8568" actId="5793"/>
          <ac:spMkLst>
            <pc:docMk/>
            <pc:sldMk cId="3182118749" sldId="309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0:54:50.531" v="8987" actId="20577"/>
        <pc:sldMkLst>
          <pc:docMk/>
          <pc:sldMk cId="4218647379" sldId="310"/>
        </pc:sldMkLst>
        <pc:spChg chg="mod">
          <ac:chgData name="Qahtan, A.A.A. (Hakim)" userId="2e0f559b-8f84-4ffd-87e2-eac7fe92b5e6" providerId="ADAL" clId="{6E9D1478-BB00-428C-9801-AEDB4433F89F}" dt="2020-02-18T10:54:50.531" v="8987" actId="20577"/>
          <ac:spMkLst>
            <pc:docMk/>
            <pc:sldMk cId="4218647379" sldId="310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0:40:40.323" v="8576" actId="20577"/>
          <ac:spMkLst>
            <pc:docMk/>
            <pc:sldMk cId="4218647379" sldId="310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3:31:25.575" v="10454" actId="108"/>
        <pc:sldMkLst>
          <pc:docMk/>
          <pc:sldMk cId="280176282" sldId="311"/>
        </pc:sldMkLst>
        <pc:spChg chg="mod">
          <ac:chgData name="Qahtan, A.A.A. (Hakim)" userId="2e0f559b-8f84-4ffd-87e2-eac7fe92b5e6" providerId="ADAL" clId="{6E9D1478-BB00-428C-9801-AEDB4433F89F}" dt="2020-02-18T10:54:57.681" v="8989"/>
          <ac:spMkLst>
            <pc:docMk/>
            <pc:sldMk cId="280176282" sldId="311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3:31:25.575" v="10454" actId="108"/>
          <ac:spMkLst>
            <pc:docMk/>
            <pc:sldMk cId="280176282" sldId="311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3:31:11.394" v="10451" actId="20577"/>
        <pc:sldMkLst>
          <pc:docMk/>
          <pc:sldMk cId="3815573146" sldId="312"/>
        </pc:sldMkLst>
        <pc:spChg chg="mod">
          <ac:chgData name="Qahtan, A.A.A. (Hakim)" userId="2e0f559b-8f84-4ffd-87e2-eac7fe92b5e6" providerId="ADAL" clId="{6E9D1478-BB00-428C-9801-AEDB4433F89F}" dt="2020-02-18T13:31:11.394" v="10451" actId="20577"/>
          <ac:spMkLst>
            <pc:docMk/>
            <pc:sldMk cId="3815573146" sldId="312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3:38:37.740" v="10526" actId="403"/>
        <pc:sldMkLst>
          <pc:docMk/>
          <pc:sldMk cId="2893646577" sldId="313"/>
        </pc:sldMkLst>
        <pc:spChg chg="mod">
          <ac:chgData name="Qahtan, A.A.A. (Hakim)" userId="2e0f559b-8f84-4ffd-87e2-eac7fe92b5e6" providerId="ADAL" clId="{6E9D1478-BB00-428C-9801-AEDB4433F89F}" dt="2020-02-18T11:59:48.643" v="9471" actId="20577"/>
          <ac:spMkLst>
            <pc:docMk/>
            <pc:sldMk cId="2893646577" sldId="313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3:38:37.740" v="10526" actId="403"/>
          <ac:spMkLst>
            <pc:docMk/>
            <pc:sldMk cId="2893646577" sldId="313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3:05:48.933" v="10011" actId="20577"/>
        <pc:sldMkLst>
          <pc:docMk/>
          <pc:sldMk cId="4279818189" sldId="314"/>
        </pc:sldMkLst>
        <pc:spChg chg="mod">
          <ac:chgData name="Qahtan, A.A.A. (Hakim)" userId="2e0f559b-8f84-4ffd-87e2-eac7fe92b5e6" providerId="ADAL" clId="{6E9D1478-BB00-428C-9801-AEDB4433F89F}" dt="2020-02-18T12:56:03.712" v="9911" actId="20577"/>
          <ac:spMkLst>
            <pc:docMk/>
            <pc:sldMk cId="4279818189" sldId="314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3:05:48.933" v="10011" actId="20577"/>
          <ac:spMkLst>
            <pc:docMk/>
            <pc:sldMk cId="4279818189" sldId="314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3:30:33.560" v="10449" actId="108"/>
        <pc:sldMkLst>
          <pc:docMk/>
          <pc:sldMk cId="3049385077" sldId="315"/>
        </pc:sldMkLst>
        <pc:spChg chg="mod">
          <ac:chgData name="Qahtan, A.A.A. (Hakim)" userId="2e0f559b-8f84-4ffd-87e2-eac7fe92b5e6" providerId="ADAL" clId="{6E9D1478-BB00-428C-9801-AEDB4433F89F}" dt="2020-02-18T13:11:33.146" v="10020" actId="20577"/>
          <ac:spMkLst>
            <pc:docMk/>
            <pc:sldMk cId="3049385077" sldId="315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3:30:33.560" v="10449" actId="108"/>
          <ac:spMkLst>
            <pc:docMk/>
            <pc:sldMk cId="3049385077" sldId="315"/>
            <ac:spMk id="11" creationId="{C45A49BA-F1EE-4748-AA1D-3967F9097D38}"/>
          </ac:spMkLst>
        </pc:spChg>
      </pc:sldChg>
      <pc:sldChg chg="modSp add ord">
        <pc:chgData name="Qahtan, A.A.A. (Hakim)" userId="2e0f559b-8f84-4ffd-87e2-eac7fe92b5e6" providerId="ADAL" clId="{6E9D1478-BB00-428C-9801-AEDB4433F89F}" dt="2020-02-18T13:49:51.343" v="10682" actId="20577"/>
        <pc:sldMkLst>
          <pc:docMk/>
          <pc:sldMk cId="4052744295" sldId="316"/>
        </pc:sldMkLst>
        <pc:spChg chg="mod">
          <ac:chgData name="Qahtan, A.A.A. (Hakim)" userId="2e0f559b-8f84-4ffd-87e2-eac7fe92b5e6" providerId="ADAL" clId="{6E9D1478-BB00-428C-9801-AEDB4433F89F}" dt="2020-02-18T13:44:39.986" v="10533" actId="20577"/>
          <ac:spMkLst>
            <pc:docMk/>
            <pc:sldMk cId="4052744295" sldId="316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3:49:51.343" v="10682" actId="20577"/>
          <ac:spMkLst>
            <pc:docMk/>
            <pc:sldMk cId="4052744295" sldId="316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3:30:11.976" v="10447" actId="20577"/>
        <pc:sldMkLst>
          <pc:docMk/>
          <pc:sldMk cId="1578542246" sldId="317"/>
        </pc:sldMkLst>
        <pc:spChg chg="mod">
          <ac:chgData name="Qahtan, A.A.A. (Hakim)" userId="2e0f559b-8f84-4ffd-87e2-eac7fe92b5e6" providerId="ADAL" clId="{6E9D1478-BB00-428C-9801-AEDB4433F89F}" dt="2020-02-18T13:30:11.976" v="10447" actId="20577"/>
          <ac:spMkLst>
            <pc:docMk/>
            <pc:sldMk cId="1578542246" sldId="317"/>
            <ac:spMk id="11" creationId="{C45A49BA-F1EE-4748-AA1D-3967F9097D38}"/>
          </ac:spMkLst>
        </pc:spChg>
      </pc:sldChg>
      <pc:sldChg chg="modSp add del">
        <pc:chgData name="Qahtan, A.A.A. (Hakim)" userId="2e0f559b-8f84-4ffd-87e2-eac7fe92b5e6" providerId="ADAL" clId="{6E9D1478-BB00-428C-9801-AEDB4433F89F}" dt="2020-02-18T13:38:00.479" v="10511" actId="2696"/>
        <pc:sldMkLst>
          <pc:docMk/>
          <pc:sldMk cId="3034110910" sldId="318"/>
        </pc:sldMkLst>
        <pc:spChg chg="mod">
          <ac:chgData name="Qahtan, A.A.A. (Hakim)" userId="2e0f559b-8f84-4ffd-87e2-eac7fe92b5e6" providerId="ADAL" clId="{6E9D1478-BB00-428C-9801-AEDB4433F89F}" dt="2020-02-18T13:35:43.431" v="10467" actId="20577"/>
          <ac:spMkLst>
            <pc:docMk/>
            <pc:sldMk cId="3034110910" sldId="318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3:37:15.123" v="10510" actId="20577"/>
          <ac:spMkLst>
            <pc:docMk/>
            <pc:sldMk cId="3034110910" sldId="318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4:00:50.519" v="10734" actId="20577"/>
        <pc:sldMkLst>
          <pc:docMk/>
          <pc:sldMk cId="3531671263" sldId="318"/>
        </pc:sldMkLst>
        <pc:spChg chg="mod">
          <ac:chgData name="Qahtan, A.A.A. (Hakim)" userId="2e0f559b-8f84-4ffd-87e2-eac7fe92b5e6" providerId="ADAL" clId="{6E9D1478-BB00-428C-9801-AEDB4433F89F}" dt="2020-02-18T13:50:44.024" v="10691" actId="20577"/>
          <ac:spMkLst>
            <pc:docMk/>
            <pc:sldMk cId="3531671263" sldId="318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4:00:50.519" v="10734" actId="20577"/>
          <ac:spMkLst>
            <pc:docMk/>
            <pc:sldMk cId="3531671263" sldId="318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5:20:28.678" v="10805" actId="108"/>
        <pc:sldMkLst>
          <pc:docMk/>
          <pc:sldMk cId="1144670124" sldId="319"/>
        </pc:sldMkLst>
        <pc:spChg chg="mod">
          <ac:chgData name="Qahtan, A.A.A. (Hakim)" userId="2e0f559b-8f84-4ffd-87e2-eac7fe92b5e6" providerId="ADAL" clId="{6E9D1478-BB00-428C-9801-AEDB4433F89F}" dt="2020-02-18T15:19:31.947" v="10756" actId="20577"/>
          <ac:spMkLst>
            <pc:docMk/>
            <pc:sldMk cId="1144670124" sldId="319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5:20:28.678" v="10805" actId="108"/>
          <ac:spMkLst>
            <pc:docMk/>
            <pc:sldMk cId="1144670124" sldId="319"/>
            <ac:spMk id="11" creationId="{C45A49BA-F1EE-4748-AA1D-3967F9097D38}"/>
          </ac:spMkLst>
        </pc:spChg>
      </pc:sldChg>
      <pc:sldChg chg="modSp add del">
        <pc:chgData name="Qahtan, A.A.A. (Hakim)" userId="2e0f559b-8f84-4ffd-87e2-eac7fe92b5e6" providerId="ADAL" clId="{6E9D1478-BB00-428C-9801-AEDB4433F89F}" dt="2020-02-18T15:17:10.956" v="10742" actId="2696"/>
        <pc:sldMkLst>
          <pc:docMk/>
          <pc:sldMk cId="4195112677" sldId="319"/>
        </pc:sldMkLst>
        <pc:spChg chg="mod">
          <ac:chgData name="Qahtan, A.A.A. (Hakim)" userId="2e0f559b-8f84-4ffd-87e2-eac7fe92b5e6" providerId="ADAL" clId="{6E9D1478-BB00-428C-9801-AEDB4433F89F}" dt="2020-02-18T14:01:56.735" v="10741" actId="14"/>
          <ac:spMkLst>
            <pc:docMk/>
            <pc:sldMk cId="4195112677" sldId="319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5:22:18.677" v="10901" actId="20577"/>
        <pc:sldMkLst>
          <pc:docMk/>
          <pc:sldMk cId="2478337027" sldId="320"/>
        </pc:sldMkLst>
        <pc:spChg chg="mod">
          <ac:chgData name="Qahtan, A.A.A. (Hakim)" userId="2e0f559b-8f84-4ffd-87e2-eac7fe92b5e6" providerId="ADAL" clId="{6E9D1478-BB00-428C-9801-AEDB4433F89F}" dt="2020-02-18T15:21:03.758" v="10822" actId="20577"/>
          <ac:spMkLst>
            <pc:docMk/>
            <pc:sldMk cId="2478337027" sldId="320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5:22:18.677" v="10901" actId="20577"/>
          <ac:spMkLst>
            <pc:docMk/>
            <pc:sldMk cId="2478337027" sldId="320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5:26:39.817" v="11047" actId="20577"/>
        <pc:sldMkLst>
          <pc:docMk/>
          <pc:sldMk cId="1049033052" sldId="321"/>
        </pc:sldMkLst>
        <pc:spChg chg="mod">
          <ac:chgData name="Qahtan, A.A.A. (Hakim)" userId="2e0f559b-8f84-4ffd-87e2-eac7fe92b5e6" providerId="ADAL" clId="{6E9D1478-BB00-428C-9801-AEDB4433F89F}" dt="2020-02-18T15:22:42.148" v="10916" actId="20577"/>
          <ac:spMkLst>
            <pc:docMk/>
            <pc:sldMk cId="1049033052" sldId="321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5:26:39.817" v="11047" actId="20577"/>
          <ac:spMkLst>
            <pc:docMk/>
            <pc:sldMk cId="1049033052" sldId="321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5:34:08.061" v="11211" actId="20577"/>
        <pc:sldMkLst>
          <pc:docMk/>
          <pc:sldMk cId="3507902388" sldId="322"/>
        </pc:sldMkLst>
        <pc:spChg chg="mod">
          <ac:chgData name="Qahtan, A.A.A. (Hakim)" userId="2e0f559b-8f84-4ffd-87e2-eac7fe92b5e6" providerId="ADAL" clId="{6E9D1478-BB00-428C-9801-AEDB4433F89F}" dt="2020-02-18T15:28:47.398" v="11059" actId="20577"/>
          <ac:spMkLst>
            <pc:docMk/>
            <pc:sldMk cId="3507902388" sldId="322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5:34:08.061" v="11211" actId="20577"/>
          <ac:spMkLst>
            <pc:docMk/>
            <pc:sldMk cId="3507902388" sldId="322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5:32:23.265" v="11174" actId="14100"/>
        <pc:sldMkLst>
          <pc:docMk/>
          <pc:sldMk cId="3562694901" sldId="323"/>
        </pc:sldMkLst>
        <pc:spChg chg="mod">
          <ac:chgData name="Qahtan, A.A.A. (Hakim)" userId="2e0f559b-8f84-4ffd-87e2-eac7fe92b5e6" providerId="ADAL" clId="{6E9D1478-BB00-428C-9801-AEDB4433F89F}" dt="2020-02-18T15:30:45.890" v="11146" actId="20577"/>
          <ac:spMkLst>
            <pc:docMk/>
            <pc:sldMk cId="3562694901" sldId="323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5:32:23.265" v="11174" actId="14100"/>
          <ac:spMkLst>
            <pc:docMk/>
            <pc:sldMk cId="3562694901" sldId="323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5:33:15.884" v="11196" actId="27636"/>
        <pc:sldMkLst>
          <pc:docMk/>
          <pc:sldMk cId="1619306157" sldId="324"/>
        </pc:sldMkLst>
        <pc:spChg chg="mod">
          <ac:chgData name="Qahtan, A.A.A. (Hakim)" userId="2e0f559b-8f84-4ffd-87e2-eac7fe92b5e6" providerId="ADAL" clId="{6E9D1478-BB00-428C-9801-AEDB4433F89F}" dt="2020-02-18T15:33:07.875" v="11194" actId="20577"/>
          <ac:spMkLst>
            <pc:docMk/>
            <pc:sldMk cId="1619306157" sldId="324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5:33:15.884" v="11196" actId="27636"/>
          <ac:spMkLst>
            <pc:docMk/>
            <pc:sldMk cId="1619306157" sldId="324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8T15:35:22.952" v="11287" actId="108"/>
        <pc:sldMkLst>
          <pc:docMk/>
          <pc:sldMk cId="764254304" sldId="325"/>
        </pc:sldMkLst>
        <pc:spChg chg="mod">
          <ac:chgData name="Qahtan, A.A.A. (Hakim)" userId="2e0f559b-8f84-4ffd-87e2-eac7fe92b5e6" providerId="ADAL" clId="{6E9D1478-BB00-428C-9801-AEDB4433F89F}" dt="2020-02-18T15:33:37.180" v="11205" actId="20577"/>
          <ac:spMkLst>
            <pc:docMk/>
            <pc:sldMk cId="764254304" sldId="325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8T15:35:22.952" v="11287" actId="108"/>
          <ac:spMkLst>
            <pc:docMk/>
            <pc:sldMk cId="764254304" sldId="325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9T08:44:39.506" v="11693" actId="20577"/>
        <pc:sldMkLst>
          <pc:docMk/>
          <pc:sldMk cId="1846449553" sldId="326"/>
        </pc:sldMkLst>
        <pc:spChg chg="mod">
          <ac:chgData name="Qahtan, A.A.A. (Hakim)" userId="2e0f559b-8f84-4ffd-87e2-eac7fe92b5e6" providerId="ADAL" clId="{6E9D1478-BB00-428C-9801-AEDB4433F89F}" dt="2020-02-19T08:44:39.506" v="11693" actId="20577"/>
          <ac:spMkLst>
            <pc:docMk/>
            <pc:sldMk cId="1846449553" sldId="326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9T08:25:02.503" v="11656" actId="20577"/>
          <ac:spMkLst>
            <pc:docMk/>
            <pc:sldMk cId="1846449553" sldId="326"/>
            <ac:spMk id="11" creationId="{C45A49BA-F1EE-4748-AA1D-3967F9097D38}"/>
          </ac:spMkLst>
        </pc:spChg>
      </pc:sldChg>
      <pc:sldChg chg="modSp add del">
        <pc:chgData name="Qahtan, A.A.A. (Hakim)" userId="2e0f559b-8f84-4ffd-87e2-eac7fe92b5e6" providerId="ADAL" clId="{6E9D1478-BB00-428C-9801-AEDB4433F89F}" dt="2020-02-19T08:20:34.986" v="11476"/>
        <pc:sldMkLst>
          <pc:docMk/>
          <pc:sldMk cId="3249020119" sldId="327"/>
        </pc:sldMkLst>
        <pc:spChg chg="mod">
          <ac:chgData name="Qahtan, A.A.A. (Hakim)" userId="2e0f559b-8f84-4ffd-87e2-eac7fe92b5e6" providerId="ADAL" clId="{6E9D1478-BB00-428C-9801-AEDB4433F89F}" dt="2020-02-19T08:20:34.158" v="11475" actId="20577"/>
          <ac:spMkLst>
            <pc:docMk/>
            <pc:sldMk cId="3249020119" sldId="327"/>
            <ac:spMk id="2" creationId="{4D5BDFF4-F579-41D3-8CAC-D188A0CD0E23}"/>
          </ac:spMkLst>
        </pc:spChg>
      </pc:sldChg>
      <pc:sldChg chg="modSp add">
        <pc:chgData name="Qahtan, A.A.A. (Hakim)" userId="2e0f559b-8f84-4ffd-87e2-eac7fe92b5e6" providerId="ADAL" clId="{6E9D1478-BB00-428C-9801-AEDB4433F89F}" dt="2020-02-19T08:45:45.298" v="11719" actId="20577"/>
        <pc:sldMkLst>
          <pc:docMk/>
          <pc:sldMk cId="3435158748" sldId="327"/>
        </pc:sldMkLst>
        <pc:spChg chg="mod">
          <ac:chgData name="Qahtan, A.A.A. (Hakim)" userId="2e0f559b-8f84-4ffd-87e2-eac7fe92b5e6" providerId="ADAL" clId="{6E9D1478-BB00-428C-9801-AEDB4433F89F}" dt="2020-02-19T08:45:12.745" v="11708" actId="20577"/>
          <ac:spMkLst>
            <pc:docMk/>
            <pc:sldMk cId="3435158748" sldId="327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9T08:45:45.298" v="11719" actId="20577"/>
          <ac:spMkLst>
            <pc:docMk/>
            <pc:sldMk cId="3435158748" sldId="327"/>
            <ac:spMk id="11" creationId="{C45A49BA-F1EE-4748-AA1D-3967F9097D38}"/>
          </ac:spMkLst>
        </pc:spChg>
      </pc:sldChg>
      <pc:sldChg chg="addSp modSp add del">
        <pc:chgData name="Qahtan, A.A.A. (Hakim)" userId="2e0f559b-8f84-4ffd-87e2-eac7fe92b5e6" providerId="ADAL" clId="{6E9D1478-BB00-428C-9801-AEDB4433F89F}" dt="2020-02-19T09:35:48.593" v="12538" actId="2696"/>
        <pc:sldMkLst>
          <pc:docMk/>
          <pc:sldMk cId="2267892243" sldId="328"/>
        </pc:sldMkLst>
        <pc:spChg chg="mod">
          <ac:chgData name="Qahtan, A.A.A. (Hakim)" userId="2e0f559b-8f84-4ffd-87e2-eac7fe92b5e6" providerId="ADAL" clId="{6E9D1478-BB00-428C-9801-AEDB4433F89F}" dt="2020-02-19T08:47:42.608" v="11728" actId="20577"/>
          <ac:spMkLst>
            <pc:docMk/>
            <pc:sldMk cId="2267892243" sldId="328"/>
            <ac:spMk id="2" creationId="{285AF5F2-267A-4A6E-AAB7-2C088BAE714C}"/>
          </ac:spMkLst>
        </pc:spChg>
        <pc:spChg chg="add mod">
          <ac:chgData name="Qahtan, A.A.A. (Hakim)" userId="2e0f559b-8f84-4ffd-87e2-eac7fe92b5e6" providerId="ADAL" clId="{6E9D1478-BB00-428C-9801-AEDB4433F89F}" dt="2020-02-19T09:03:08.222" v="11968" actId="20577"/>
          <ac:spMkLst>
            <pc:docMk/>
            <pc:sldMk cId="2267892243" sldId="328"/>
            <ac:spMk id="6" creationId="{8E6D356D-756A-4711-9DCC-4539305013C4}"/>
          </ac:spMkLst>
        </pc:spChg>
        <pc:spChg chg="mod">
          <ac:chgData name="Qahtan, A.A.A. (Hakim)" userId="2e0f559b-8f84-4ffd-87e2-eac7fe92b5e6" providerId="ADAL" clId="{6E9D1478-BB00-428C-9801-AEDB4433F89F}" dt="2020-02-19T09:02:42.680" v="11953" actId="14100"/>
          <ac:spMkLst>
            <pc:docMk/>
            <pc:sldMk cId="2267892243" sldId="328"/>
            <ac:spMk id="11" creationId="{C45A49BA-F1EE-4748-AA1D-3967F9097D38}"/>
          </ac:spMkLst>
        </pc:spChg>
        <pc:graphicFrameChg chg="add mod modGraphic">
          <ac:chgData name="Qahtan, A.A.A. (Hakim)" userId="2e0f559b-8f84-4ffd-87e2-eac7fe92b5e6" providerId="ADAL" clId="{6E9D1478-BB00-428C-9801-AEDB4433F89F}" dt="2020-02-19T09:02:36.199" v="11952" actId="1076"/>
          <ac:graphicFrameMkLst>
            <pc:docMk/>
            <pc:sldMk cId="2267892243" sldId="328"/>
            <ac:graphicFrameMk id="3" creationId="{A0765723-5D1D-4B24-8DDA-FECD10D57844}"/>
          </ac:graphicFrameMkLst>
        </pc:graphicFrameChg>
        <pc:graphicFrameChg chg="add mod modGraphic">
          <ac:chgData name="Qahtan, A.A.A. (Hakim)" userId="2e0f559b-8f84-4ffd-87e2-eac7fe92b5e6" providerId="ADAL" clId="{6E9D1478-BB00-428C-9801-AEDB4433F89F}" dt="2020-02-19T09:04:33.453" v="12007" actId="20577"/>
          <ac:graphicFrameMkLst>
            <pc:docMk/>
            <pc:sldMk cId="2267892243" sldId="328"/>
            <ac:graphicFrameMk id="7" creationId="{B9E35F29-27F9-4671-8F97-E971D55B2F9B}"/>
          </ac:graphicFrameMkLst>
        </pc:graphicFrameChg>
      </pc:sldChg>
      <pc:sldChg chg="addSp modSp add">
        <pc:chgData name="Qahtan, A.A.A. (Hakim)" userId="2e0f559b-8f84-4ffd-87e2-eac7fe92b5e6" providerId="ADAL" clId="{6E9D1478-BB00-428C-9801-AEDB4433F89F}" dt="2020-02-19T09:17:38.470" v="12229" actId="14100"/>
        <pc:sldMkLst>
          <pc:docMk/>
          <pc:sldMk cId="2618971860" sldId="329"/>
        </pc:sldMkLst>
        <pc:spChg chg="mod">
          <ac:chgData name="Qahtan, A.A.A. (Hakim)" userId="2e0f559b-8f84-4ffd-87e2-eac7fe92b5e6" providerId="ADAL" clId="{6E9D1478-BB00-428C-9801-AEDB4433F89F}" dt="2020-02-19T09:09:33.029" v="12009" actId="14100"/>
          <ac:spMkLst>
            <pc:docMk/>
            <pc:sldMk cId="2618971860" sldId="329"/>
            <ac:spMk id="6" creationId="{8E6D356D-756A-4711-9DCC-4539305013C4}"/>
          </ac:spMkLst>
        </pc:spChg>
        <pc:spChg chg="add mod">
          <ac:chgData name="Qahtan, A.A.A. (Hakim)" userId="2e0f559b-8f84-4ffd-87e2-eac7fe92b5e6" providerId="ADAL" clId="{6E9D1478-BB00-428C-9801-AEDB4433F89F}" dt="2020-02-19T09:11:00.064" v="12143" actId="20577"/>
          <ac:spMkLst>
            <pc:docMk/>
            <pc:sldMk cId="2618971860" sldId="329"/>
            <ac:spMk id="8" creationId="{EAB1C909-8B54-43B8-948B-FFC507E18347}"/>
          </ac:spMkLst>
        </pc:spChg>
        <pc:graphicFrameChg chg="modGraphic">
          <ac:chgData name="Qahtan, A.A.A. (Hakim)" userId="2e0f559b-8f84-4ffd-87e2-eac7fe92b5e6" providerId="ADAL" clId="{6E9D1478-BB00-428C-9801-AEDB4433F89F}" dt="2020-02-19T09:17:10.738" v="12225" actId="122"/>
          <ac:graphicFrameMkLst>
            <pc:docMk/>
            <pc:sldMk cId="2618971860" sldId="329"/>
            <ac:graphicFrameMk id="3" creationId="{A0765723-5D1D-4B24-8DDA-FECD10D57844}"/>
          </ac:graphicFrameMkLst>
        </pc:graphicFrameChg>
        <pc:graphicFrameChg chg="modGraphic">
          <ac:chgData name="Qahtan, A.A.A. (Hakim)" userId="2e0f559b-8f84-4ffd-87e2-eac7fe92b5e6" providerId="ADAL" clId="{6E9D1478-BB00-428C-9801-AEDB4433F89F}" dt="2020-02-19T09:17:38.470" v="12229" actId="14100"/>
          <ac:graphicFrameMkLst>
            <pc:docMk/>
            <pc:sldMk cId="2618971860" sldId="329"/>
            <ac:graphicFrameMk id="7" creationId="{B9E35F29-27F9-4671-8F97-E971D55B2F9B}"/>
          </ac:graphicFrameMkLst>
        </pc:graphicFrameChg>
      </pc:sldChg>
      <pc:sldChg chg="delSp modSp add">
        <pc:chgData name="Qahtan, A.A.A. (Hakim)" userId="2e0f559b-8f84-4ffd-87e2-eac7fe92b5e6" providerId="ADAL" clId="{6E9D1478-BB00-428C-9801-AEDB4433F89F}" dt="2020-02-19T09:11:58.797" v="12156" actId="14100"/>
        <pc:sldMkLst>
          <pc:docMk/>
          <pc:sldMk cId="3662699817" sldId="330"/>
        </pc:sldMkLst>
        <pc:spChg chg="mod">
          <ac:chgData name="Qahtan, A.A.A. (Hakim)" userId="2e0f559b-8f84-4ffd-87e2-eac7fe92b5e6" providerId="ADAL" clId="{6E9D1478-BB00-428C-9801-AEDB4433F89F}" dt="2020-02-19T09:11:29.075" v="12151" actId="20577"/>
          <ac:spMkLst>
            <pc:docMk/>
            <pc:sldMk cId="3662699817" sldId="330"/>
            <ac:spMk id="2" creationId="{285AF5F2-267A-4A6E-AAB7-2C088BAE714C}"/>
          </ac:spMkLst>
        </pc:spChg>
        <pc:spChg chg="del">
          <ac:chgData name="Qahtan, A.A.A. (Hakim)" userId="2e0f559b-8f84-4ffd-87e2-eac7fe92b5e6" providerId="ADAL" clId="{6E9D1478-BB00-428C-9801-AEDB4433F89F}" dt="2020-02-19T09:11:54.895" v="12155" actId="478"/>
          <ac:spMkLst>
            <pc:docMk/>
            <pc:sldMk cId="3662699817" sldId="330"/>
            <ac:spMk id="6" creationId="{8E6D356D-756A-4711-9DCC-4539305013C4}"/>
          </ac:spMkLst>
        </pc:spChg>
        <pc:spChg chg="del">
          <ac:chgData name="Qahtan, A.A.A. (Hakim)" userId="2e0f559b-8f84-4ffd-87e2-eac7fe92b5e6" providerId="ADAL" clId="{6E9D1478-BB00-428C-9801-AEDB4433F89F}" dt="2020-02-19T09:11:54.895" v="12155" actId="478"/>
          <ac:spMkLst>
            <pc:docMk/>
            <pc:sldMk cId="3662699817" sldId="330"/>
            <ac:spMk id="8" creationId="{EAB1C909-8B54-43B8-948B-FFC507E18347}"/>
          </ac:spMkLst>
        </pc:spChg>
        <pc:spChg chg="mod">
          <ac:chgData name="Qahtan, A.A.A. (Hakim)" userId="2e0f559b-8f84-4ffd-87e2-eac7fe92b5e6" providerId="ADAL" clId="{6E9D1478-BB00-428C-9801-AEDB4433F89F}" dt="2020-02-19T09:11:58.797" v="12156" actId="14100"/>
          <ac:spMkLst>
            <pc:docMk/>
            <pc:sldMk cId="3662699817" sldId="330"/>
            <ac:spMk id="11" creationId="{C45A49BA-F1EE-4748-AA1D-3967F9097D38}"/>
          </ac:spMkLst>
        </pc:spChg>
        <pc:graphicFrameChg chg="del">
          <ac:chgData name="Qahtan, A.A.A. (Hakim)" userId="2e0f559b-8f84-4ffd-87e2-eac7fe92b5e6" providerId="ADAL" clId="{6E9D1478-BB00-428C-9801-AEDB4433F89F}" dt="2020-02-19T09:11:47.023" v="12153" actId="478"/>
          <ac:graphicFrameMkLst>
            <pc:docMk/>
            <pc:sldMk cId="3662699817" sldId="330"/>
            <ac:graphicFrameMk id="3" creationId="{A0765723-5D1D-4B24-8DDA-FECD10D57844}"/>
          </ac:graphicFrameMkLst>
        </pc:graphicFrameChg>
        <pc:graphicFrameChg chg="del">
          <ac:chgData name="Qahtan, A.A.A. (Hakim)" userId="2e0f559b-8f84-4ffd-87e2-eac7fe92b5e6" providerId="ADAL" clId="{6E9D1478-BB00-428C-9801-AEDB4433F89F}" dt="2020-02-19T09:11:50.654" v="12154" actId="478"/>
          <ac:graphicFrameMkLst>
            <pc:docMk/>
            <pc:sldMk cId="3662699817" sldId="330"/>
            <ac:graphicFrameMk id="7" creationId="{B9E35F29-27F9-4671-8F97-E971D55B2F9B}"/>
          </ac:graphicFrameMkLst>
        </pc:graphicFrameChg>
      </pc:sldChg>
      <pc:sldChg chg="addSp delSp modSp add">
        <pc:chgData name="Qahtan, A.A.A. (Hakim)" userId="2e0f559b-8f84-4ffd-87e2-eac7fe92b5e6" providerId="ADAL" clId="{6E9D1478-BB00-428C-9801-AEDB4433F89F}" dt="2020-02-19T09:37:55.960" v="12562" actId="1076"/>
        <pc:sldMkLst>
          <pc:docMk/>
          <pc:sldMk cId="1946124460" sldId="331"/>
        </pc:sldMkLst>
        <pc:spChg chg="mod">
          <ac:chgData name="Qahtan, A.A.A. (Hakim)" userId="2e0f559b-8f84-4ffd-87e2-eac7fe92b5e6" providerId="ADAL" clId="{6E9D1478-BB00-428C-9801-AEDB4433F89F}" dt="2020-02-19T09:15:12.503" v="12162" actId="20577"/>
          <ac:spMkLst>
            <pc:docMk/>
            <pc:sldMk cId="1946124460" sldId="331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9T09:37:50.499" v="12561" actId="20577"/>
          <ac:spMkLst>
            <pc:docMk/>
            <pc:sldMk cId="1946124460" sldId="331"/>
            <ac:spMk id="11" creationId="{C45A49BA-F1EE-4748-AA1D-3967F9097D38}"/>
          </ac:spMkLst>
        </pc:spChg>
        <pc:graphicFrameChg chg="add mod modGraphic">
          <ac:chgData name="Qahtan, A.A.A. (Hakim)" userId="2e0f559b-8f84-4ffd-87e2-eac7fe92b5e6" providerId="ADAL" clId="{6E9D1478-BB00-428C-9801-AEDB4433F89F}" dt="2020-02-19T09:37:55.960" v="12562" actId="1076"/>
          <ac:graphicFrameMkLst>
            <pc:docMk/>
            <pc:sldMk cId="1946124460" sldId="331"/>
            <ac:graphicFrameMk id="4" creationId="{089AE373-FBAA-4233-A3C5-3BC3CA85BF2D}"/>
          </ac:graphicFrameMkLst>
        </pc:graphicFrameChg>
        <pc:graphicFrameChg chg="add del">
          <ac:chgData name="Qahtan, A.A.A. (Hakim)" userId="2e0f559b-8f84-4ffd-87e2-eac7fe92b5e6" providerId="ADAL" clId="{6E9D1478-BB00-428C-9801-AEDB4433F89F}" dt="2020-02-19T09:19:32.538" v="12264" actId="478"/>
          <ac:graphicFrameMkLst>
            <pc:docMk/>
            <pc:sldMk cId="1946124460" sldId="331"/>
            <ac:graphicFrameMk id="5" creationId="{6E34F434-21FF-4D4F-A9DA-1653B5BDE99E}"/>
          </ac:graphicFrameMkLst>
        </pc:graphicFrameChg>
      </pc:sldChg>
      <pc:sldChg chg="addSp delSp modSp add">
        <pc:chgData name="Qahtan, A.A.A. (Hakim)" userId="2e0f559b-8f84-4ffd-87e2-eac7fe92b5e6" providerId="ADAL" clId="{6E9D1478-BB00-428C-9801-AEDB4433F89F}" dt="2020-02-19T09:47:05.861" v="12625" actId="14100"/>
        <pc:sldMkLst>
          <pc:docMk/>
          <pc:sldMk cId="1206976854" sldId="332"/>
        </pc:sldMkLst>
        <pc:spChg chg="mod">
          <ac:chgData name="Qahtan, A.A.A. (Hakim)" userId="2e0f559b-8f84-4ffd-87e2-eac7fe92b5e6" providerId="ADAL" clId="{6E9D1478-BB00-428C-9801-AEDB4433F89F}" dt="2020-02-19T09:19:39.684" v="12269" actId="20577"/>
          <ac:spMkLst>
            <pc:docMk/>
            <pc:sldMk cId="1206976854" sldId="332"/>
            <ac:spMk id="2" creationId="{285AF5F2-267A-4A6E-AAB7-2C088BAE714C}"/>
          </ac:spMkLst>
        </pc:spChg>
        <pc:spChg chg="add mod">
          <ac:chgData name="Qahtan, A.A.A. (Hakim)" userId="2e0f559b-8f84-4ffd-87e2-eac7fe92b5e6" providerId="ADAL" clId="{6E9D1478-BB00-428C-9801-AEDB4433F89F}" dt="2020-02-19T09:47:05.861" v="12625" actId="14100"/>
          <ac:spMkLst>
            <pc:docMk/>
            <pc:sldMk cId="1206976854" sldId="332"/>
            <ac:spMk id="6" creationId="{2DC86BFE-862B-42DD-9619-9BF60DE120D2}"/>
          </ac:spMkLst>
        </pc:spChg>
        <pc:spChg chg="mod">
          <ac:chgData name="Qahtan, A.A.A. (Hakim)" userId="2e0f559b-8f84-4ffd-87e2-eac7fe92b5e6" providerId="ADAL" clId="{6E9D1478-BB00-428C-9801-AEDB4433F89F}" dt="2020-02-19T09:38:48.712" v="12573" actId="20577"/>
          <ac:spMkLst>
            <pc:docMk/>
            <pc:sldMk cId="1206976854" sldId="332"/>
            <ac:spMk id="11" creationId="{C45A49BA-F1EE-4748-AA1D-3967F9097D38}"/>
          </ac:spMkLst>
        </pc:spChg>
        <pc:graphicFrameChg chg="del">
          <ac:chgData name="Qahtan, A.A.A. (Hakim)" userId="2e0f559b-8f84-4ffd-87e2-eac7fe92b5e6" providerId="ADAL" clId="{6E9D1478-BB00-428C-9801-AEDB4433F89F}" dt="2020-02-19T09:20:58.887" v="12279" actId="478"/>
          <ac:graphicFrameMkLst>
            <pc:docMk/>
            <pc:sldMk cId="1206976854" sldId="332"/>
            <ac:graphicFrameMk id="4" creationId="{089AE373-FBAA-4233-A3C5-3BC3CA85BF2D}"/>
          </ac:graphicFrameMkLst>
        </pc:graphicFrameChg>
        <pc:graphicFrameChg chg="mod modGraphic">
          <ac:chgData name="Qahtan, A.A.A. (Hakim)" userId="2e0f559b-8f84-4ffd-87e2-eac7fe92b5e6" providerId="ADAL" clId="{6E9D1478-BB00-428C-9801-AEDB4433F89F}" dt="2020-02-19T09:38:44.892" v="12568" actId="1076"/>
          <ac:graphicFrameMkLst>
            <pc:docMk/>
            <pc:sldMk cId="1206976854" sldId="332"/>
            <ac:graphicFrameMk id="5" creationId="{6E34F434-21FF-4D4F-A9DA-1653B5BDE99E}"/>
          </ac:graphicFrameMkLst>
        </pc:graphicFrameChg>
      </pc:sldChg>
      <pc:sldChg chg="delSp modSp add">
        <pc:chgData name="Qahtan, A.A.A. (Hakim)" userId="2e0f559b-8f84-4ffd-87e2-eac7fe92b5e6" providerId="ADAL" clId="{6E9D1478-BB00-428C-9801-AEDB4433F89F}" dt="2020-02-19T09:45:52.470" v="12615" actId="1076"/>
        <pc:sldMkLst>
          <pc:docMk/>
          <pc:sldMk cId="773029555" sldId="333"/>
        </pc:sldMkLst>
        <pc:spChg chg="mod">
          <ac:chgData name="Qahtan, A.A.A. (Hakim)" userId="2e0f559b-8f84-4ffd-87e2-eac7fe92b5e6" providerId="ADAL" clId="{6E9D1478-BB00-428C-9801-AEDB4433F89F}" dt="2020-02-19T09:24:01.308" v="12364" actId="20577"/>
          <ac:spMkLst>
            <pc:docMk/>
            <pc:sldMk cId="773029555" sldId="333"/>
            <ac:spMk id="2" creationId="{285AF5F2-267A-4A6E-AAB7-2C088BAE714C}"/>
          </ac:spMkLst>
        </pc:spChg>
        <pc:spChg chg="del">
          <ac:chgData name="Qahtan, A.A.A. (Hakim)" userId="2e0f559b-8f84-4ffd-87e2-eac7fe92b5e6" providerId="ADAL" clId="{6E9D1478-BB00-428C-9801-AEDB4433F89F}" dt="2020-02-19T09:24:47.710" v="12374" actId="478"/>
          <ac:spMkLst>
            <pc:docMk/>
            <pc:sldMk cId="773029555" sldId="333"/>
            <ac:spMk id="6" creationId="{2DC86BFE-862B-42DD-9619-9BF60DE120D2}"/>
          </ac:spMkLst>
        </pc:spChg>
        <pc:spChg chg="mod">
          <ac:chgData name="Qahtan, A.A.A. (Hakim)" userId="2e0f559b-8f84-4ffd-87e2-eac7fe92b5e6" providerId="ADAL" clId="{6E9D1478-BB00-428C-9801-AEDB4433F89F}" dt="2020-02-19T09:39:24.007" v="12580" actId="20577"/>
          <ac:spMkLst>
            <pc:docMk/>
            <pc:sldMk cId="773029555" sldId="333"/>
            <ac:spMk id="11" creationId="{C45A49BA-F1EE-4748-AA1D-3967F9097D38}"/>
          </ac:spMkLst>
        </pc:spChg>
        <pc:graphicFrameChg chg="mod modGraphic">
          <ac:chgData name="Qahtan, A.A.A. (Hakim)" userId="2e0f559b-8f84-4ffd-87e2-eac7fe92b5e6" providerId="ADAL" clId="{6E9D1478-BB00-428C-9801-AEDB4433F89F}" dt="2020-02-19T09:45:52.470" v="12615" actId="1076"/>
          <ac:graphicFrameMkLst>
            <pc:docMk/>
            <pc:sldMk cId="773029555" sldId="333"/>
            <ac:graphicFrameMk id="5" creationId="{6E34F434-21FF-4D4F-A9DA-1653B5BDE99E}"/>
          </ac:graphicFrameMkLst>
        </pc:graphicFrameChg>
      </pc:sldChg>
      <pc:sldChg chg="addSp modSp add">
        <pc:chgData name="Qahtan, A.A.A. (Hakim)" userId="2e0f559b-8f84-4ffd-87e2-eac7fe92b5e6" providerId="ADAL" clId="{6E9D1478-BB00-428C-9801-AEDB4433F89F}" dt="2020-02-19T09:46:54.885" v="12622" actId="14100"/>
        <pc:sldMkLst>
          <pc:docMk/>
          <pc:sldMk cId="2356180014" sldId="334"/>
        </pc:sldMkLst>
        <pc:spChg chg="mod">
          <ac:chgData name="Qahtan, A.A.A. (Hakim)" userId="2e0f559b-8f84-4ffd-87e2-eac7fe92b5e6" providerId="ADAL" clId="{6E9D1478-BB00-428C-9801-AEDB4433F89F}" dt="2020-02-19T09:27:11.791" v="12392" actId="20577"/>
          <ac:spMkLst>
            <pc:docMk/>
            <pc:sldMk cId="2356180014" sldId="334"/>
            <ac:spMk id="2" creationId="{285AF5F2-267A-4A6E-AAB7-2C088BAE714C}"/>
          </ac:spMkLst>
        </pc:spChg>
        <pc:spChg chg="add mod">
          <ac:chgData name="Qahtan, A.A.A. (Hakim)" userId="2e0f559b-8f84-4ffd-87e2-eac7fe92b5e6" providerId="ADAL" clId="{6E9D1478-BB00-428C-9801-AEDB4433F89F}" dt="2020-02-19T09:46:54.885" v="12622" actId="14100"/>
          <ac:spMkLst>
            <pc:docMk/>
            <pc:sldMk cId="2356180014" sldId="334"/>
            <ac:spMk id="6" creationId="{5D342329-3D5B-48E8-9AB7-1A35E6564B36}"/>
          </ac:spMkLst>
        </pc:spChg>
        <pc:spChg chg="mod">
          <ac:chgData name="Qahtan, A.A.A. (Hakim)" userId="2e0f559b-8f84-4ffd-87e2-eac7fe92b5e6" providerId="ADAL" clId="{6E9D1478-BB00-428C-9801-AEDB4433F89F}" dt="2020-02-19T09:42:09.873" v="12613" actId="6549"/>
          <ac:spMkLst>
            <pc:docMk/>
            <pc:sldMk cId="2356180014" sldId="334"/>
            <ac:spMk id="11" creationId="{C45A49BA-F1EE-4748-AA1D-3967F9097D38}"/>
          </ac:spMkLst>
        </pc:spChg>
        <pc:graphicFrameChg chg="mod modGraphic">
          <ac:chgData name="Qahtan, A.A.A. (Hakim)" userId="2e0f559b-8f84-4ffd-87e2-eac7fe92b5e6" providerId="ADAL" clId="{6E9D1478-BB00-428C-9801-AEDB4433F89F}" dt="2020-02-19T09:42:19.039" v="12614" actId="1076"/>
          <ac:graphicFrameMkLst>
            <pc:docMk/>
            <pc:sldMk cId="2356180014" sldId="334"/>
            <ac:graphicFrameMk id="5" creationId="{6E34F434-21FF-4D4F-A9DA-1653B5BDE99E}"/>
          </ac:graphicFrameMkLst>
        </pc:graphicFrameChg>
      </pc:sldChg>
      <pc:sldChg chg="modSp add">
        <pc:chgData name="Qahtan, A.A.A. (Hakim)" userId="2e0f559b-8f84-4ffd-87e2-eac7fe92b5e6" providerId="ADAL" clId="{6E9D1478-BB00-428C-9801-AEDB4433F89F}" dt="2020-02-24T11:00:17.766" v="15997" actId="108"/>
        <pc:sldMkLst>
          <pc:docMk/>
          <pc:sldMk cId="2571538080" sldId="335"/>
        </pc:sldMkLst>
        <pc:spChg chg="mod">
          <ac:chgData name="Qahtan, A.A.A. (Hakim)" userId="2e0f559b-8f84-4ffd-87e2-eac7fe92b5e6" providerId="ADAL" clId="{6E9D1478-BB00-428C-9801-AEDB4433F89F}" dt="2020-02-24T11:00:17.766" v="15997" actId="108"/>
          <ac:spMkLst>
            <pc:docMk/>
            <pc:sldMk cId="2571538080" sldId="335"/>
            <ac:spMk id="2" creationId="{5D2DE31A-2E87-4F8E-9C08-60AB736A5534}"/>
          </ac:spMkLst>
        </pc:spChg>
        <pc:spChg chg="mod">
          <ac:chgData name="Qahtan, A.A.A. (Hakim)" userId="2e0f559b-8f84-4ffd-87e2-eac7fe92b5e6" providerId="ADAL" clId="{6E9D1478-BB00-428C-9801-AEDB4433F89F}" dt="2020-02-21T15:56:25.998" v="15773" actId="6549"/>
          <ac:spMkLst>
            <pc:docMk/>
            <pc:sldMk cId="2571538080" sldId="335"/>
            <ac:spMk id="3" creationId="{C3DBC05C-E7E5-4AD4-ABEB-21FB4CACCF9E}"/>
          </ac:spMkLst>
        </pc:spChg>
      </pc:sldChg>
      <pc:sldChg chg="addSp delSp modSp add">
        <pc:chgData name="Qahtan, A.A.A. (Hakim)" userId="2e0f559b-8f84-4ffd-87e2-eac7fe92b5e6" providerId="ADAL" clId="{6E9D1478-BB00-428C-9801-AEDB4433F89F}" dt="2020-02-19T10:16:54.400" v="13141" actId="1582"/>
        <pc:sldMkLst>
          <pc:docMk/>
          <pc:sldMk cId="1586093535" sldId="336"/>
        </pc:sldMkLst>
        <pc:spChg chg="mod">
          <ac:chgData name="Qahtan, A.A.A. (Hakim)" userId="2e0f559b-8f84-4ffd-87e2-eac7fe92b5e6" providerId="ADAL" clId="{6E9D1478-BB00-428C-9801-AEDB4433F89F}" dt="2020-02-19T10:00:35.183" v="12817" actId="20577"/>
          <ac:spMkLst>
            <pc:docMk/>
            <pc:sldMk cId="1586093535" sldId="336"/>
            <ac:spMk id="2" creationId="{285AF5F2-267A-4A6E-AAB7-2C088BAE714C}"/>
          </ac:spMkLst>
        </pc:spChg>
        <pc:spChg chg="del">
          <ac:chgData name="Qahtan, A.A.A. (Hakim)" userId="2e0f559b-8f84-4ffd-87e2-eac7fe92b5e6" providerId="ADAL" clId="{6E9D1478-BB00-428C-9801-AEDB4433F89F}" dt="2020-02-19T10:00:43.425" v="12818" actId="478"/>
          <ac:spMkLst>
            <pc:docMk/>
            <pc:sldMk cId="1586093535" sldId="336"/>
            <ac:spMk id="4" creationId="{09124114-67B2-4C5E-8373-6388F482F1B5}"/>
          </ac:spMkLst>
        </pc:spChg>
        <pc:spChg chg="mod">
          <ac:chgData name="Qahtan, A.A.A. (Hakim)" userId="2e0f559b-8f84-4ffd-87e2-eac7fe92b5e6" providerId="ADAL" clId="{6E9D1478-BB00-428C-9801-AEDB4433F89F}" dt="2020-02-19T10:16:39.908" v="13139" actId="20577"/>
          <ac:spMkLst>
            <pc:docMk/>
            <pc:sldMk cId="1586093535" sldId="336"/>
            <ac:spMk id="5" creationId="{CDDB1FA9-E983-4B1F-A3ED-1B02562B98B5}"/>
          </ac:spMkLst>
        </pc:spChg>
        <pc:spChg chg="add mod">
          <ac:chgData name="Qahtan, A.A.A. (Hakim)" userId="2e0f559b-8f84-4ffd-87e2-eac7fe92b5e6" providerId="ADAL" clId="{6E9D1478-BB00-428C-9801-AEDB4433F89F}" dt="2020-02-19T10:15:42.333" v="13128" actId="1076"/>
          <ac:spMkLst>
            <pc:docMk/>
            <pc:sldMk cId="1586093535" sldId="336"/>
            <ac:spMk id="7" creationId="{2629CD50-5634-4DC6-8026-387479E96EBB}"/>
          </ac:spMkLst>
        </pc:spChg>
        <pc:spChg chg="del">
          <ac:chgData name="Qahtan, A.A.A. (Hakim)" userId="2e0f559b-8f84-4ffd-87e2-eac7fe92b5e6" providerId="ADAL" clId="{6E9D1478-BB00-428C-9801-AEDB4433F89F}" dt="2020-02-19T10:00:43.425" v="12818" actId="478"/>
          <ac:spMkLst>
            <pc:docMk/>
            <pc:sldMk cId="1586093535" sldId="336"/>
            <ac:spMk id="15" creationId="{9D79D9BB-3A86-4F89-80AD-A5306F5F58B5}"/>
          </ac:spMkLst>
        </pc:spChg>
        <pc:spChg chg="del">
          <ac:chgData name="Qahtan, A.A.A. (Hakim)" userId="2e0f559b-8f84-4ffd-87e2-eac7fe92b5e6" providerId="ADAL" clId="{6E9D1478-BB00-428C-9801-AEDB4433F89F}" dt="2020-02-19T10:00:43.425" v="12818" actId="478"/>
          <ac:spMkLst>
            <pc:docMk/>
            <pc:sldMk cId="1586093535" sldId="336"/>
            <ac:spMk id="16" creationId="{7092192A-BE74-48D3-8A7D-FCCAFFD0DF29}"/>
          </ac:spMkLst>
        </pc:spChg>
        <pc:spChg chg="del">
          <ac:chgData name="Qahtan, A.A.A. (Hakim)" userId="2e0f559b-8f84-4ffd-87e2-eac7fe92b5e6" providerId="ADAL" clId="{6E9D1478-BB00-428C-9801-AEDB4433F89F}" dt="2020-02-19T10:00:43.425" v="12818" actId="478"/>
          <ac:spMkLst>
            <pc:docMk/>
            <pc:sldMk cId="1586093535" sldId="336"/>
            <ac:spMk id="17" creationId="{8E40A9A8-7BC0-4634-B1AA-D7234494638D}"/>
          </ac:spMkLst>
        </pc:spChg>
        <pc:spChg chg="del">
          <ac:chgData name="Qahtan, A.A.A. (Hakim)" userId="2e0f559b-8f84-4ffd-87e2-eac7fe92b5e6" providerId="ADAL" clId="{6E9D1478-BB00-428C-9801-AEDB4433F89F}" dt="2020-02-19T10:00:43.425" v="12818" actId="478"/>
          <ac:spMkLst>
            <pc:docMk/>
            <pc:sldMk cId="1586093535" sldId="336"/>
            <ac:spMk id="18" creationId="{D2477B68-F002-4E86-9B90-8E212842EAEE}"/>
          </ac:spMkLst>
        </pc:spChg>
        <pc:graphicFrameChg chg="add mod modGraphic">
          <ac:chgData name="Qahtan, A.A.A. (Hakim)" userId="2e0f559b-8f84-4ffd-87e2-eac7fe92b5e6" providerId="ADAL" clId="{6E9D1478-BB00-428C-9801-AEDB4433F89F}" dt="2020-02-19T10:15:42.333" v="13128" actId="1076"/>
          <ac:graphicFrameMkLst>
            <pc:docMk/>
            <pc:sldMk cId="1586093535" sldId="336"/>
            <ac:graphicFrameMk id="14" creationId="{00F5EC2B-3E7E-48D9-8C3A-295C88ECD52E}"/>
          </ac:graphicFrameMkLst>
        </pc:graphicFrameChg>
        <pc:picChg chg="del">
          <ac:chgData name="Qahtan, A.A.A. (Hakim)" userId="2e0f559b-8f84-4ffd-87e2-eac7fe92b5e6" providerId="ADAL" clId="{6E9D1478-BB00-428C-9801-AEDB4433F89F}" dt="2020-02-19T10:00:43.425" v="12818" actId="478"/>
          <ac:picMkLst>
            <pc:docMk/>
            <pc:sldMk cId="1586093535" sldId="336"/>
            <ac:picMk id="1026" creationId="{7FD958BD-87E1-4EB3-B6A3-BB5D0AA398EB}"/>
          </ac:picMkLst>
        </pc:picChg>
        <pc:picChg chg="del">
          <ac:chgData name="Qahtan, A.A.A. (Hakim)" userId="2e0f559b-8f84-4ffd-87e2-eac7fe92b5e6" providerId="ADAL" clId="{6E9D1478-BB00-428C-9801-AEDB4433F89F}" dt="2020-02-19T10:00:43.425" v="12818" actId="478"/>
          <ac:picMkLst>
            <pc:docMk/>
            <pc:sldMk cId="1586093535" sldId="336"/>
            <ac:picMk id="1028" creationId="{8151CFEF-70CD-4B7B-B8BC-5C2C03851D15}"/>
          </ac:picMkLst>
        </pc:picChg>
        <pc:picChg chg="del">
          <ac:chgData name="Qahtan, A.A.A. (Hakim)" userId="2e0f559b-8f84-4ffd-87e2-eac7fe92b5e6" providerId="ADAL" clId="{6E9D1478-BB00-428C-9801-AEDB4433F89F}" dt="2020-02-19T10:00:43.425" v="12818" actId="478"/>
          <ac:picMkLst>
            <pc:docMk/>
            <pc:sldMk cId="1586093535" sldId="336"/>
            <ac:picMk id="1030" creationId="{13AA196C-257C-45FC-8367-CB6A0A10059C}"/>
          </ac:picMkLst>
        </pc:picChg>
        <pc:picChg chg="del">
          <ac:chgData name="Qahtan, A.A.A. (Hakim)" userId="2e0f559b-8f84-4ffd-87e2-eac7fe92b5e6" providerId="ADAL" clId="{6E9D1478-BB00-428C-9801-AEDB4433F89F}" dt="2020-02-19T10:00:43.425" v="12818" actId="478"/>
          <ac:picMkLst>
            <pc:docMk/>
            <pc:sldMk cId="1586093535" sldId="336"/>
            <ac:picMk id="1032" creationId="{2E2E2BFD-E7C7-4963-B8B5-BC326C09BAB8}"/>
          </ac:picMkLst>
        </pc:picChg>
        <pc:picChg chg="del">
          <ac:chgData name="Qahtan, A.A.A. (Hakim)" userId="2e0f559b-8f84-4ffd-87e2-eac7fe92b5e6" providerId="ADAL" clId="{6E9D1478-BB00-428C-9801-AEDB4433F89F}" dt="2020-02-19T10:00:43.425" v="12818" actId="478"/>
          <ac:picMkLst>
            <pc:docMk/>
            <pc:sldMk cId="1586093535" sldId="336"/>
            <ac:picMk id="1036" creationId="{7D7C2746-CD9B-46C5-8E6B-E5D792204514}"/>
          </ac:picMkLst>
        </pc:picChg>
        <pc:cxnChg chg="add del mod">
          <ac:chgData name="Qahtan, A.A.A. (Hakim)" userId="2e0f559b-8f84-4ffd-87e2-eac7fe92b5e6" providerId="ADAL" clId="{6E9D1478-BB00-428C-9801-AEDB4433F89F}" dt="2020-02-19T10:05:52.379" v="13039" actId="478"/>
          <ac:cxnSpMkLst>
            <pc:docMk/>
            <pc:sldMk cId="1586093535" sldId="336"/>
            <ac:cxnSpMk id="6" creationId="{F94D3F85-98FF-4F26-A4A6-6A426FF4A0E5}"/>
          </ac:cxnSpMkLst>
        </pc:cxnChg>
        <pc:cxnChg chg="add mod">
          <ac:chgData name="Qahtan, A.A.A. (Hakim)" userId="2e0f559b-8f84-4ffd-87e2-eac7fe92b5e6" providerId="ADAL" clId="{6E9D1478-BB00-428C-9801-AEDB4433F89F}" dt="2020-02-19T10:15:42.333" v="13128" actId="1076"/>
          <ac:cxnSpMkLst>
            <pc:docMk/>
            <pc:sldMk cId="1586093535" sldId="336"/>
            <ac:cxnSpMk id="9" creationId="{40499095-C8B9-41E6-90AF-867704BEE5EF}"/>
          </ac:cxnSpMkLst>
        </pc:cxnChg>
        <pc:cxnChg chg="add mod">
          <ac:chgData name="Qahtan, A.A.A. (Hakim)" userId="2e0f559b-8f84-4ffd-87e2-eac7fe92b5e6" providerId="ADAL" clId="{6E9D1478-BB00-428C-9801-AEDB4433F89F}" dt="2020-02-19T10:15:42.333" v="13128" actId="1076"/>
          <ac:cxnSpMkLst>
            <pc:docMk/>
            <pc:sldMk cId="1586093535" sldId="336"/>
            <ac:cxnSpMk id="11" creationId="{02DAC9D0-BA44-427F-87A5-07D86A277C71}"/>
          </ac:cxnSpMkLst>
        </pc:cxnChg>
        <pc:cxnChg chg="add mod">
          <ac:chgData name="Qahtan, A.A.A. (Hakim)" userId="2e0f559b-8f84-4ffd-87e2-eac7fe92b5e6" providerId="ADAL" clId="{6E9D1478-BB00-428C-9801-AEDB4433F89F}" dt="2020-02-19T10:16:54.400" v="13141" actId="1582"/>
          <ac:cxnSpMkLst>
            <pc:docMk/>
            <pc:sldMk cId="1586093535" sldId="336"/>
            <ac:cxnSpMk id="24" creationId="{BE77241F-0FB5-44FC-9315-6BEC87FA1238}"/>
          </ac:cxnSpMkLst>
        </pc:cxnChg>
      </pc:sldChg>
      <pc:sldChg chg="modSp add del">
        <pc:chgData name="Qahtan, A.A.A. (Hakim)" userId="2e0f559b-8f84-4ffd-87e2-eac7fe92b5e6" providerId="ADAL" clId="{6E9D1478-BB00-428C-9801-AEDB4433F89F}" dt="2020-02-19T13:19:08.901" v="13246" actId="2696"/>
        <pc:sldMkLst>
          <pc:docMk/>
          <pc:sldMk cId="698678497" sldId="337"/>
        </pc:sldMkLst>
        <pc:spChg chg="mod">
          <ac:chgData name="Qahtan, A.A.A. (Hakim)" userId="2e0f559b-8f84-4ffd-87e2-eac7fe92b5e6" providerId="ADAL" clId="{6E9D1478-BB00-428C-9801-AEDB4433F89F}" dt="2020-02-19T13:12:20.414" v="13188" actId="20577"/>
          <ac:spMkLst>
            <pc:docMk/>
            <pc:sldMk cId="698678497" sldId="337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9T13:18:49.994" v="13245" actId="20577"/>
          <ac:spMkLst>
            <pc:docMk/>
            <pc:sldMk cId="698678497" sldId="337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9T14:03:21.069" v="13696" actId="179"/>
        <pc:sldMkLst>
          <pc:docMk/>
          <pc:sldMk cId="1451532351" sldId="337"/>
        </pc:sldMkLst>
        <pc:spChg chg="mod">
          <ac:chgData name="Qahtan, A.A.A. (Hakim)" userId="2e0f559b-8f84-4ffd-87e2-eac7fe92b5e6" providerId="ADAL" clId="{6E9D1478-BB00-428C-9801-AEDB4433F89F}" dt="2020-02-19T13:44:29.078" v="13262" actId="20577"/>
          <ac:spMkLst>
            <pc:docMk/>
            <pc:sldMk cId="1451532351" sldId="337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9T14:03:21.069" v="13696" actId="179"/>
          <ac:spMkLst>
            <pc:docMk/>
            <pc:sldMk cId="1451532351" sldId="337"/>
            <ac:spMk id="11" creationId="{C45A49BA-F1EE-4748-AA1D-3967F9097D38}"/>
          </ac:spMkLst>
        </pc:spChg>
      </pc:sldChg>
      <pc:sldChg chg="add del">
        <pc:chgData name="Qahtan, A.A.A. (Hakim)" userId="2e0f559b-8f84-4ffd-87e2-eac7fe92b5e6" providerId="ADAL" clId="{6E9D1478-BB00-428C-9801-AEDB4433F89F}" dt="2020-02-19T10:02:20.279" v="13001"/>
        <pc:sldMkLst>
          <pc:docMk/>
          <pc:sldMk cId="3875620396" sldId="337"/>
        </pc:sldMkLst>
      </pc:sldChg>
      <pc:sldChg chg="delSp modSp add del">
        <pc:chgData name="Qahtan, A.A.A. (Hakim)" userId="2e0f559b-8f84-4ffd-87e2-eac7fe92b5e6" providerId="ADAL" clId="{6E9D1478-BB00-428C-9801-AEDB4433F89F}" dt="2020-02-19T10:16:06.571" v="13129" actId="2696"/>
        <pc:sldMkLst>
          <pc:docMk/>
          <pc:sldMk cId="4121615393" sldId="337"/>
        </pc:sldMkLst>
        <pc:spChg chg="mod">
          <ac:chgData name="Qahtan, A.A.A. (Hakim)" userId="2e0f559b-8f84-4ffd-87e2-eac7fe92b5e6" providerId="ADAL" clId="{6E9D1478-BB00-428C-9801-AEDB4433F89F}" dt="2020-02-19T10:08:07.354" v="13062" actId="20577"/>
          <ac:spMkLst>
            <pc:docMk/>
            <pc:sldMk cId="4121615393" sldId="337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9T10:15:01.099" v="13126" actId="20577"/>
          <ac:spMkLst>
            <pc:docMk/>
            <pc:sldMk cId="4121615393" sldId="337"/>
            <ac:spMk id="5" creationId="{CDDB1FA9-E983-4B1F-A3ED-1B02562B98B5}"/>
          </ac:spMkLst>
        </pc:spChg>
        <pc:spChg chg="del">
          <ac:chgData name="Qahtan, A.A.A. (Hakim)" userId="2e0f559b-8f84-4ffd-87e2-eac7fe92b5e6" providerId="ADAL" clId="{6E9D1478-BB00-428C-9801-AEDB4433F89F}" dt="2020-02-19T10:10:17.637" v="13095" actId="478"/>
          <ac:spMkLst>
            <pc:docMk/>
            <pc:sldMk cId="4121615393" sldId="337"/>
            <ac:spMk id="7" creationId="{2629CD50-5634-4DC6-8026-387479E96EBB}"/>
          </ac:spMkLst>
        </pc:spChg>
        <pc:graphicFrameChg chg="del">
          <ac:chgData name="Qahtan, A.A.A. (Hakim)" userId="2e0f559b-8f84-4ffd-87e2-eac7fe92b5e6" providerId="ADAL" clId="{6E9D1478-BB00-428C-9801-AEDB4433F89F}" dt="2020-02-19T10:10:17.637" v="13095" actId="478"/>
          <ac:graphicFrameMkLst>
            <pc:docMk/>
            <pc:sldMk cId="4121615393" sldId="337"/>
            <ac:graphicFrameMk id="14" creationId="{00F5EC2B-3E7E-48D9-8C3A-295C88ECD52E}"/>
          </ac:graphicFrameMkLst>
        </pc:graphicFrameChg>
        <pc:cxnChg chg="del mod">
          <ac:chgData name="Qahtan, A.A.A. (Hakim)" userId="2e0f559b-8f84-4ffd-87e2-eac7fe92b5e6" providerId="ADAL" clId="{6E9D1478-BB00-428C-9801-AEDB4433F89F}" dt="2020-02-19T10:10:17.637" v="13095" actId="478"/>
          <ac:cxnSpMkLst>
            <pc:docMk/>
            <pc:sldMk cId="4121615393" sldId="337"/>
            <ac:cxnSpMk id="9" creationId="{40499095-C8B9-41E6-90AF-867704BEE5EF}"/>
          </ac:cxnSpMkLst>
        </pc:cxnChg>
        <pc:cxnChg chg="del mod">
          <ac:chgData name="Qahtan, A.A.A. (Hakim)" userId="2e0f559b-8f84-4ffd-87e2-eac7fe92b5e6" providerId="ADAL" clId="{6E9D1478-BB00-428C-9801-AEDB4433F89F}" dt="2020-02-19T10:10:17.637" v="13095" actId="478"/>
          <ac:cxnSpMkLst>
            <pc:docMk/>
            <pc:sldMk cId="4121615393" sldId="337"/>
            <ac:cxnSpMk id="11" creationId="{02DAC9D0-BA44-427F-87A5-07D86A277C71}"/>
          </ac:cxnSpMkLst>
        </pc:cxnChg>
      </pc:sldChg>
      <pc:sldChg chg="addSp modSp add">
        <pc:chgData name="Qahtan, A.A.A. (Hakim)" userId="2e0f559b-8f84-4ffd-87e2-eac7fe92b5e6" providerId="ADAL" clId="{6E9D1478-BB00-428C-9801-AEDB4433F89F}" dt="2020-02-19T14:42:57.921" v="13844" actId="1076"/>
        <pc:sldMkLst>
          <pc:docMk/>
          <pc:sldMk cId="2312815411" sldId="338"/>
        </pc:sldMkLst>
        <pc:spChg chg="add mod">
          <ac:chgData name="Qahtan, A.A.A. (Hakim)" userId="2e0f559b-8f84-4ffd-87e2-eac7fe92b5e6" providerId="ADAL" clId="{6E9D1478-BB00-428C-9801-AEDB4433F89F}" dt="2020-02-19T14:42:41.706" v="13843" actId="1076"/>
          <ac:spMkLst>
            <pc:docMk/>
            <pc:sldMk cId="2312815411" sldId="338"/>
            <ac:spMk id="3" creationId="{5FFCBC60-6325-40A1-BF47-0797A6747B94}"/>
          </ac:spMkLst>
        </pc:spChg>
        <pc:spChg chg="mod">
          <ac:chgData name="Qahtan, A.A.A. (Hakim)" userId="2e0f559b-8f84-4ffd-87e2-eac7fe92b5e6" providerId="ADAL" clId="{6E9D1478-BB00-428C-9801-AEDB4433F89F}" dt="2020-02-19T14:28:27.681" v="13729" actId="108"/>
          <ac:spMkLst>
            <pc:docMk/>
            <pc:sldMk cId="2312815411" sldId="338"/>
            <ac:spMk id="11" creationId="{C45A49BA-F1EE-4748-AA1D-3967F9097D38}"/>
          </ac:spMkLst>
        </pc:spChg>
        <pc:graphicFrameChg chg="add mod modGraphic">
          <ac:chgData name="Qahtan, A.A.A. (Hakim)" userId="2e0f559b-8f84-4ffd-87e2-eac7fe92b5e6" providerId="ADAL" clId="{6E9D1478-BB00-428C-9801-AEDB4433F89F}" dt="2020-02-19T14:42:57.921" v="13844" actId="1076"/>
          <ac:graphicFrameMkLst>
            <pc:docMk/>
            <pc:sldMk cId="2312815411" sldId="338"/>
            <ac:graphicFrameMk id="4" creationId="{9C32F616-1AA6-4A8F-AC4C-43472169C270}"/>
          </ac:graphicFrameMkLst>
        </pc:graphicFrameChg>
        <pc:graphicFrameChg chg="add mod modGraphic">
          <ac:chgData name="Qahtan, A.A.A. (Hakim)" userId="2e0f559b-8f84-4ffd-87e2-eac7fe92b5e6" providerId="ADAL" clId="{6E9D1478-BB00-428C-9801-AEDB4433F89F}" dt="2020-02-19T14:41:45.172" v="13821" actId="20577"/>
          <ac:graphicFrameMkLst>
            <pc:docMk/>
            <pc:sldMk cId="2312815411" sldId="338"/>
            <ac:graphicFrameMk id="5" creationId="{7E9D1951-3CAE-4544-9DF3-230361767512}"/>
          </ac:graphicFrameMkLst>
        </pc:graphicFrameChg>
      </pc:sldChg>
      <pc:sldChg chg="add">
        <pc:chgData name="Qahtan, A.A.A. (Hakim)" userId="2e0f559b-8f84-4ffd-87e2-eac7fe92b5e6" providerId="ADAL" clId="{6E9D1478-BB00-428C-9801-AEDB4433F89F}" dt="2020-02-19T14:43:12.715" v="13845"/>
        <pc:sldMkLst>
          <pc:docMk/>
          <pc:sldMk cId="3167571700" sldId="339"/>
        </pc:sldMkLst>
      </pc:sldChg>
      <pc:sldChg chg="delSp modSp add">
        <pc:chgData name="Qahtan, A.A.A. (Hakim)" userId="2e0f559b-8f84-4ffd-87e2-eac7fe92b5e6" providerId="ADAL" clId="{6E9D1478-BB00-428C-9801-AEDB4433F89F}" dt="2020-02-19T14:59:18.780" v="13940" actId="20577"/>
        <pc:sldMkLst>
          <pc:docMk/>
          <pc:sldMk cId="441587021" sldId="340"/>
        </pc:sldMkLst>
        <pc:spChg chg="mod">
          <ac:chgData name="Qahtan, A.A.A. (Hakim)" userId="2e0f559b-8f84-4ffd-87e2-eac7fe92b5e6" providerId="ADAL" clId="{6E9D1478-BB00-428C-9801-AEDB4433F89F}" dt="2020-02-19T14:45:03.859" v="13856" actId="20577"/>
          <ac:spMkLst>
            <pc:docMk/>
            <pc:sldMk cId="441587021" sldId="340"/>
            <ac:spMk id="2" creationId="{285AF5F2-267A-4A6E-AAB7-2C088BAE714C}"/>
          </ac:spMkLst>
        </pc:spChg>
        <pc:spChg chg="del">
          <ac:chgData name="Qahtan, A.A.A. (Hakim)" userId="2e0f559b-8f84-4ffd-87e2-eac7fe92b5e6" providerId="ADAL" clId="{6E9D1478-BB00-428C-9801-AEDB4433F89F}" dt="2020-02-19T14:45:13.843" v="13859" actId="478"/>
          <ac:spMkLst>
            <pc:docMk/>
            <pc:sldMk cId="441587021" sldId="340"/>
            <ac:spMk id="3" creationId="{5FFCBC60-6325-40A1-BF47-0797A6747B94}"/>
          </ac:spMkLst>
        </pc:spChg>
        <pc:spChg chg="mod">
          <ac:chgData name="Qahtan, A.A.A. (Hakim)" userId="2e0f559b-8f84-4ffd-87e2-eac7fe92b5e6" providerId="ADAL" clId="{6E9D1478-BB00-428C-9801-AEDB4433F89F}" dt="2020-02-19T14:59:18.780" v="13940" actId="20577"/>
          <ac:spMkLst>
            <pc:docMk/>
            <pc:sldMk cId="441587021" sldId="340"/>
            <ac:spMk id="11" creationId="{C45A49BA-F1EE-4748-AA1D-3967F9097D38}"/>
          </ac:spMkLst>
        </pc:spChg>
        <pc:graphicFrameChg chg="del mod">
          <ac:chgData name="Qahtan, A.A.A. (Hakim)" userId="2e0f559b-8f84-4ffd-87e2-eac7fe92b5e6" providerId="ADAL" clId="{6E9D1478-BB00-428C-9801-AEDB4433F89F}" dt="2020-02-19T14:45:09.703" v="13858" actId="478"/>
          <ac:graphicFrameMkLst>
            <pc:docMk/>
            <pc:sldMk cId="441587021" sldId="340"/>
            <ac:graphicFrameMk id="4" creationId="{9C32F616-1AA6-4A8F-AC4C-43472169C270}"/>
          </ac:graphicFrameMkLst>
        </pc:graphicFrameChg>
        <pc:graphicFrameChg chg="del">
          <ac:chgData name="Qahtan, A.A.A. (Hakim)" userId="2e0f559b-8f84-4ffd-87e2-eac7fe92b5e6" providerId="ADAL" clId="{6E9D1478-BB00-428C-9801-AEDB4433F89F}" dt="2020-02-19T14:45:13.843" v="13859" actId="478"/>
          <ac:graphicFrameMkLst>
            <pc:docMk/>
            <pc:sldMk cId="441587021" sldId="340"/>
            <ac:graphicFrameMk id="5" creationId="{7E9D1951-3CAE-4544-9DF3-230361767512}"/>
          </ac:graphicFrameMkLst>
        </pc:graphicFrameChg>
      </pc:sldChg>
      <pc:sldChg chg="modSp add">
        <pc:chgData name="Qahtan, A.A.A. (Hakim)" userId="2e0f559b-8f84-4ffd-87e2-eac7fe92b5e6" providerId="ADAL" clId="{6E9D1478-BB00-428C-9801-AEDB4433F89F}" dt="2020-02-19T15:05:18.605" v="14095" actId="108"/>
        <pc:sldMkLst>
          <pc:docMk/>
          <pc:sldMk cId="2845900603" sldId="341"/>
        </pc:sldMkLst>
        <pc:spChg chg="mod">
          <ac:chgData name="Qahtan, A.A.A. (Hakim)" userId="2e0f559b-8f84-4ffd-87e2-eac7fe92b5e6" providerId="ADAL" clId="{6E9D1478-BB00-428C-9801-AEDB4433F89F}" dt="2020-02-19T14:59:37.724" v="13955" actId="5793"/>
          <ac:spMkLst>
            <pc:docMk/>
            <pc:sldMk cId="2845900603" sldId="341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9T15:05:18.605" v="14095" actId="108"/>
          <ac:spMkLst>
            <pc:docMk/>
            <pc:sldMk cId="2845900603" sldId="341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19T15:09:15.121" v="14169" actId="207"/>
        <pc:sldMkLst>
          <pc:docMk/>
          <pc:sldMk cId="1804341637" sldId="342"/>
        </pc:sldMkLst>
        <pc:spChg chg="mod">
          <ac:chgData name="Qahtan, A.A.A. (Hakim)" userId="2e0f559b-8f84-4ffd-87e2-eac7fe92b5e6" providerId="ADAL" clId="{6E9D1478-BB00-428C-9801-AEDB4433F89F}" dt="2020-02-19T15:06:19.340" v="14104" actId="20577"/>
          <ac:spMkLst>
            <pc:docMk/>
            <pc:sldMk cId="1804341637" sldId="342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19T15:09:15.121" v="14169" actId="207"/>
          <ac:spMkLst>
            <pc:docMk/>
            <pc:sldMk cId="1804341637" sldId="342"/>
            <ac:spMk id="11" creationId="{C45A49BA-F1EE-4748-AA1D-3967F9097D38}"/>
          </ac:spMkLst>
        </pc:spChg>
      </pc:sldChg>
      <pc:sldChg chg="addSp modSp add">
        <pc:chgData name="Qahtan, A.A.A. (Hakim)" userId="2e0f559b-8f84-4ffd-87e2-eac7fe92b5e6" providerId="ADAL" clId="{6E9D1478-BB00-428C-9801-AEDB4433F89F}" dt="2020-02-20T11:01:12.888" v="14840" actId="20577"/>
        <pc:sldMkLst>
          <pc:docMk/>
          <pc:sldMk cId="2659604557" sldId="343"/>
        </pc:sldMkLst>
        <pc:spChg chg="mod">
          <ac:chgData name="Qahtan, A.A.A. (Hakim)" userId="2e0f559b-8f84-4ffd-87e2-eac7fe92b5e6" providerId="ADAL" clId="{6E9D1478-BB00-428C-9801-AEDB4433F89F}" dt="2020-02-20T10:49:38.724" v="14604" actId="20577"/>
          <ac:spMkLst>
            <pc:docMk/>
            <pc:sldMk cId="2659604557" sldId="343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20T11:01:12.888" v="14840" actId="20577"/>
          <ac:spMkLst>
            <pc:docMk/>
            <pc:sldMk cId="2659604557" sldId="343"/>
            <ac:spMk id="11" creationId="{C45A49BA-F1EE-4748-AA1D-3967F9097D38}"/>
          </ac:spMkLst>
        </pc:spChg>
        <pc:grpChg chg="add mod">
          <ac:chgData name="Qahtan, A.A.A. (Hakim)" userId="2e0f559b-8f84-4ffd-87e2-eac7fe92b5e6" providerId="ADAL" clId="{6E9D1478-BB00-428C-9801-AEDB4433F89F}" dt="2020-02-20T10:50:38.242" v="14703" actId="1076"/>
          <ac:grpSpMkLst>
            <pc:docMk/>
            <pc:sldMk cId="2659604557" sldId="343"/>
            <ac:grpSpMk id="4" creationId="{C496037C-7271-4878-AC94-5AA65CFEFA9E}"/>
          </ac:grpSpMkLst>
        </pc:grpChg>
      </pc:sldChg>
      <pc:sldChg chg="addSp delSp modSp add del">
        <pc:chgData name="Qahtan, A.A.A. (Hakim)" userId="2e0f559b-8f84-4ffd-87e2-eac7fe92b5e6" providerId="ADAL" clId="{6E9D1478-BB00-428C-9801-AEDB4433F89F}" dt="2020-02-20T10:58:22.298" v="14794" actId="2696"/>
        <pc:sldMkLst>
          <pc:docMk/>
          <pc:sldMk cId="556406098" sldId="344"/>
        </pc:sldMkLst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2" creationId="{2B0B7057-E549-4D39-8825-43446A49F8CE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3" creationId="{1DB53312-D0BE-4EED-A41C-1DD166BD10B6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4" creationId="{49EF657D-BE2A-406D-BC3A-076EAD4BB9F0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5" creationId="{688A3DC8-0F5E-4948-A021-5071C1CF663F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6" creationId="{CB843BD1-908B-413A-B8E4-434AAB89FCAE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7" creationId="{C554B9A3-E803-4C4E-8B22-1774473D844E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8" creationId="{F904AC93-E9BC-4ABA-BE7F-613F8BCFD7D1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9" creationId="{770F59CD-77BF-4E1F-BCE4-6260E89EF07C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10" creationId="{C78B2B8D-8E00-4DA4-875B-0D79D691AAD7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11" creationId="{005077EC-E378-4816-A7C8-8F189C7FC07B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12" creationId="{AEC35FB5-0703-485D-BB24-6BB8B6576E12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13" creationId="{C2207B58-E2DF-4BF5-83B3-1FA90245191E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14" creationId="{3E31F10A-ADDC-4FD7-BB48-2C332182454B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15" creationId="{14A23047-4C43-4558-B0CE-4D24666C44FD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16" creationId="{48914DF6-B5E1-4E31-8FE3-B647818C451D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17" creationId="{58F5E80F-69DA-4B9C-B196-B1B6385C18DA}"/>
          </ac:spMkLst>
        </pc:spChg>
        <pc:spChg chg="add mod">
          <ac:chgData name="Qahtan, A.A.A. (Hakim)" userId="2e0f559b-8f84-4ffd-87e2-eac7fe92b5e6" providerId="ADAL" clId="{6E9D1478-BB00-428C-9801-AEDB4433F89F}" dt="2020-02-19T15:51:15.354" v="14390" actId="164"/>
          <ac:spMkLst>
            <pc:docMk/>
            <pc:sldMk cId="556406098" sldId="344"/>
            <ac:spMk id="18" creationId="{48C7F7BB-6295-48D5-A35B-C28B4CEF7E6A}"/>
          </ac:spMkLst>
        </pc:spChg>
        <pc:grpChg chg="add del mod">
          <ac:chgData name="Qahtan, A.A.A. (Hakim)" userId="2e0f559b-8f84-4ffd-87e2-eac7fe92b5e6" providerId="ADAL" clId="{6E9D1478-BB00-428C-9801-AEDB4433F89F}" dt="2020-02-19T15:51:20.649" v="14391"/>
          <ac:grpSpMkLst>
            <pc:docMk/>
            <pc:sldMk cId="556406098" sldId="344"/>
            <ac:grpSpMk id="19" creationId="{59A4433D-E8AB-4238-BDA2-07FB497A4BD6}"/>
          </ac:grpSpMkLst>
        </pc:grpChg>
      </pc:sldChg>
      <pc:sldChg chg="addSp delSp modSp add mod setBg">
        <pc:chgData name="Qahtan, A.A.A. (Hakim)" userId="2e0f559b-8f84-4ffd-87e2-eac7fe92b5e6" providerId="ADAL" clId="{6E9D1478-BB00-428C-9801-AEDB4433F89F}" dt="2020-02-20T13:25:34.117" v="15391" actId="1076"/>
        <pc:sldMkLst>
          <pc:docMk/>
          <pc:sldMk cId="3130149999" sldId="345"/>
        </pc:sldMkLst>
        <pc:spChg chg="mod">
          <ac:chgData name="Qahtan, A.A.A. (Hakim)" userId="2e0f559b-8f84-4ffd-87e2-eac7fe92b5e6" providerId="ADAL" clId="{6E9D1478-BB00-428C-9801-AEDB4433F89F}" dt="2020-02-20T11:37:54.115" v="14851" actId="26606"/>
          <ac:spMkLst>
            <pc:docMk/>
            <pc:sldMk cId="3130149999" sldId="345"/>
            <ac:spMk id="2" creationId="{285AF5F2-267A-4A6E-AAB7-2C088BAE714C}"/>
          </ac:spMkLst>
        </pc:spChg>
        <pc:spChg chg="del mod">
          <ac:chgData name="Qahtan, A.A.A. (Hakim)" userId="2e0f559b-8f84-4ffd-87e2-eac7fe92b5e6" providerId="ADAL" clId="{6E9D1478-BB00-428C-9801-AEDB4433F89F}" dt="2020-02-19T15:55:38.589" v="14405" actId="478"/>
          <ac:spMkLst>
            <pc:docMk/>
            <pc:sldMk cId="3130149999" sldId="345"/>
            <ac:spMk id="7" creationId="{49B0B5DF-C43D-4F9E-8DA0-9D2444203CD9}"/>
          </ac:spMkLst>
        </pc:spChg>
        <pc:spChg chg="add del mod ord">
          <ac:chgData name="Qahtan, A.A.A. (Hakim)" userId="2e0f559b-8f84-4ffd-87e2-eac7fe92b5e6" providerId="ADAL" clId="{6E9D1478-BB00-428C-9801-AEDB4433F89F}" dt="2020-02-20T11:37:54.115" v="14851" actId="26606"/>
          <ac:spMkLst>
            <pc:docMk/>
            <pc:sldMk cId="3130149999" sldId="345"/>
            <ac:spMk id="11" creationId="{C45A49BA-F1EE-4748-AA1D-3967F9097D38}"/>
          </ac:spMkLst>
        </pc:spChg>
        <pc:spChg chg="add del">
          <ac:chgData name="Qahtan, A.A.A. (Hakim)" userId="2e0f559b-8f84-4ffd-87e2-eac7fe92b5e6" providerId="ADAL" clId="{6E9D1478-BB00-428C-9801-AEDB4433F89F}" dt="2020-02-19T15:58:42.661" v="14409"/>
          <ac:spMkLst>
            <pc:docMk/>
            <pc:sldMk cId="3130149999" sldId="345"/>
            <ac:spMk id="23" creationId="{4A0A3529-674D-402A-99A2-FEB1503431E0}"/>
          </ac:spMkLst>
        </pc:spChg>
        <pc:spChg chg="add del mod">
          <ac:chgData name="Qahtan, A.A.A. (Hakim)" userId="2e0f559b-8f84-4ffd-87e2-eac7fe92b5e6" providerId="ADAL" clId="{6E9D1478-BB00-428C-9801-AEDB4433F89F}" dt="2020-02-19T15:58:57.261" v="14413" actId="478"/>
          <ac:spMkLst>
            <pc:docMk/>
            <pc:sldMk cId="3130149999" sldId="345"/>
            <ac:spMk id="24" creationId="{9FACB0B4-8F29-40EC-A60E-71175AE7CA1F}"/>
          </ac:spMkLst>
        </pc:spChg>
        <pc:spChg chg="add del">
          <ac:chgData name="Qahtan, A.A.A. (Hakim)" userId="2e0f559b-8f84-4ffd-87e2-eac7fe92b5e6" providerId="ADAL" clId="{6E9D1478-BB00-428C-9801-AEDB4433F89F}" dt="2020-02-19T16:16:54.005" v="14420" actId="26606"/>
          <ac:spMkLst>
            <pc:docMk/>
            <pc:sldMk cId="3130149999" sldId="345"/>
            <ac:spMk id="25" creationId="{71FC7D98-7B8B-402A-90FC-F027482F2142}"/>
          </ac:spMkLst>
        </pc:spChg>
        <pc:spChg chg="add del">
          <ac:chgData name="Qahtan, A.A.A. (Hakim)" userId="2e0f559b-8f84-4ffd-87e2-eac7fe92b5e6" providerId="ADAL" clId="{6E9D1478-BB00-428C-9801-AEDB4433F89F}" dt="2020-02-19T16:16:54.005" v="14420" actId="26606"/>
          <ac:spMkLst>
            <pc:docMk/>
            <pc:sldMk cId="3130149999" sldId="345"/>
            <ac:spMk id="26" creationId="{AD7356EA-285B-4E5D-8FEC-104659A4FD2C}"/>
          </ac:spMkLst>
        </pc:spChg>
        <pc:spChg chg="add mod">
          <ac:chgData name="Qahtan, A.A.A. (Hakim)" userId="2e0f559b-8f84-4ffd-87e2-eac7fe92b5e6" providerId="ADAL" clId="{6E9D1478-BB00-428C-9801-AEDB4433F89F}" dt="2020-02-20T13:25:34.117" v="15391" actId="1076"/>
          <ac:spMkLst>
            <pc:docMk/>
            <pc:sldMk cId="3130149999" sldId="345"/>
            <ac:spMk id="30" creationId="{CD1DB778-FFF7-4260-AE88-34088D039207}"/>
          </ac:spMkLst>
        </pc:spChg>
        <pc:spChg chg="add del">
          <ac:chgData name="Qahtan, A.A.A. (Hakim)" userId="2e0f559b-8f84-4ffd-87e2-eac7fe92b5e6" providerId="ADAL" clId="{6E9D1478-BB00-428C-9801-AEDB4433F89F}" dt="2020-02-20T11:37:54.115" v="14851" actId="26606"/>
          <ac:spMkLst>
            <pc:docMk/>
            <pc:sldMk cId="3130149999" sldId="345"/>
            <ac:spMk id="32" creationId="{6753252F-4873-4F63-801D-CC719279A7D5}"/>
          </ac:spMkLst>
        </pc:spChg>
        <pc:spChg chg="add del">
          <ac:chgData name="Qahtan, A.A.A. (Hakim)" userId="2e0f559b-8f84-4ffd-87e2-eac7fe92b5e6" providerId="ADAL" clId="{6E9D1478-BB00-428C-9801-AEDB4433F89F}" dt="2020-02-20T11:37:54.115" v="14851" actId="26606"/>
          <ac:spMkLst>
            <pc:docMk/>
            <pc:sldMk cId="3130149999" sldId="345"/>
            <ac:spMk id="34" creationId="{047C8CCB-F95D-4249-92DD-651249D3535A}"/>
          </ac:spMkLst>
        </pc:spChg>
        <pc:grpChg chg="del">
          <ac:chgData name="Qahtan, A.A.A. (Hakim)" userId="2e0f559b-8f84-4ffd-87e2-eac7fe92b5e6" providerId="ADAL" clId="{6E9D1478-BB00-428C-9801-AEDB4433F89F}" dt="2020-02-19T15:55:41.353" v="14406" actId="478"/>
          <ac:grpSpMkLst>
            <pc:docMk/>
            <pc:sldMk cId="3130149999" sldId="345"/>
            <ac:grpSpMk id="4" creationId="{C496037C-7271-4878-AC94-5AA65CFEFA9E}"/>
          </ac:grpSpMkLst>
        </pc:grpChg>
        <pc:picChg chg="add del mod">
          <ac:chgData name="Qahtan, A.A.A. (Hakim)" userId="2e0f559b-8f84-4ffd-87e2-eac7fe92b5e6" providerId="ADAL" clId="{6E9D1478-BB00-428C-9801-AEDB4433F89F}" dt="2020-02-20T11:37:27.702" v="14848" actId="478"/>
          <ac:picMkLst>
            <pc:docMk/>
            <pc:sldMk cId="3130149999" sldId="345"/>
            <ac:picMk id="3" creationId="{E4F26FCD-2BDF-4DD7-B1C8-0A5E5BBDE194}"/>
          </ac:picMkLst>
        </pc:picChg>
        <pc:picChg chg="add mod ord">
          <ac:chgData name="Qahtan, A.A.A. (Hakim)" userId="2e0f559b-8f84-4ffd-87e2-eac7fe92b5e6" providerId="ADAL" clId="{6E9D1478-BB00-428C-9801-AEDB4433F89F}" dt="2020-02-20T11:38:47.434" v="14858" actId="1076"/>
          <ac:picMkLst>
            <pc:docMk/>
            <pc:sldMk cId="3130149999" sldId="345"/>
            <ac:picMk id="27" creationId="{24442944-8E72-4B35-9220-B7CB8FDD6491}"/>
          </ac:picMkLst>
        </pc:picChg>
      </pc:sldChg>
      <pc:sldChg chg="addSp delSp modSp add del ord">
        <pc:chgData name="Qahtan, A.A.A. (Hakim)" userId="2e0f559b-8f84-4ffd-87e2-eac7fe92b5e6" providerId="ADAL" clId="{6E9D1478-BB00-428C-9801-AEDB4433F89F}" dt="2020-02-20T13:34:14.474" v="15565" actId="2696"/>
        <pc:sldMkLst>
          <pc:docMk/>
          <pc:sldMk cId="3120444847" sldId="346"/>
        </pc:sldMkLst>
        <pc:spChg chg="mod">
          <ac:chgData name="Qahtan, A.A.A. (Hakim)" userId="2e0f559b-8f84-4ffd-87e2-eac7fe92b5e6" providerId="ADAL" clId="{6E9D1478-BB00-428C-9801-AEDB4433F89F}" dt="2020-02-20T11:31:51.644" v="14843" actId="20577"/>
          <ac:spMkLst>
            <pc:docMk/>
            <pc:sldMk cId="3120444847" sldId="346"/>
            <ac:spMk id="2" creationId="{285AF5F2-267A-4A6E-AAB7-2C088BAE714C}"/>
          </ac:spMkLst>
        </pc:spChg>
        <pc:spChg chg="add mod">
          <ac:chgData name="Qahtan, A.A.A. (Hakim)" userId="2e0f559b-8f84-4ffd-87e2-eac7fe92b5e6" providerId="ADAL" clId="{6E9D1478-BB00-428C-9801-AEDB4433F89F}" dt="2020-02-20T11:00:36.143" v="14837" actId="20577"/>
          <ac:spMkLst>
            <pc:docMk/>
            <pc:sldMk cId="3120444847" sldId="346"/>
            <ac:spMk id="4" creationId="{5A49AF56-1968-46FD-BB47-674D6ECA1C21}"/>
          </ac:spMkLst>
        </pc:spChg>
        <pc:picChg chg="del">
          <ac:chgData name="Qahtan, A.A.A. (Hakim)" userId="2e0f559b-8f84-4ffd-87e2-eac7fe92b5e6" providerId="ADAL" clId="{6E9D1478-BB00-428C-9801-AEDB4433F89F}" dt="2020-02-19T16:57:00.696" v="14457" actId="478"/>
          <ac:picMkLst>
            <pc:docMk/>
            <pc:sldMk cId="3120444847" sldId="346"/>
            <ac:picMk id="3" creationId="{E4F26FCD-2BDF-4DD7-B1C8-0A5E5BBDE194}"/>
          </ac:picMkLst>
        </pc:picChg>
      </pc:sldChg>
      <pc:sldChg chg="addSp delSp modSp add">
        <pc:chgData name="Qahtan, A.A.A. (Hakim)" userId="2e0f559b-8f84-4ffd-87e2-eac7fe92b5e6" providerId="ADAL" clId="{6E9D1478-BB00-428C-9801-AEDB4433F89F}" dt="2020-02-24T12:43:13.736" v="16281" actId="14100"/>
        <pc:sldMkLst>
          <pc:docMk/>
          <pc:sldMk cId="510338849" sldId="347"/>
        </pc:sldMkLst>
        <pc:spChg chg="mod">
          <ac:chgData name="Qahtan, A.A.A. (Hakim)" userId="2e0f559b-8f84-4ffd-87e2-eac7fe92b5e6" providerId="ADAL" clId="{6E9D1478-BB00-428C-9801-AEDB4433F89F}" dt="2020-02-20T11:49:10.622" v="14940" actId="20577"/>
          <ac:spMkLst>
            <pc:docMk/>
            <pc:sldMk cId="510338849" sldId="347"/>
            <ac:spMk id="2" creationId="{285AF5F2-267A-4A6E-AAB7-2C088BAE714C}"/>
          </ac:spMkLst>
        </pc:spChg>
        <pc:spChg chg="add del mod ord">
          <ac:chgData name="Qahtan, A.A.A. (Hakim)" userId="2e0f559b-8f84-4ffd-87e2-eac7fe92b5e6" providerId="ADAL" clId="{6E9D1478-BB00-428C-9801-AEDB4433F89F}" dt="2020-02-20T11:47:20.725" v="14909" actId="478"/>
          <ac:spMkLst>
            <pc:docMk/>
            <pc:sldMk cId="510338849" sldId="347"/>
            <ac:spMk id="3" creationId="{F1D75D9D-BDCA-4A5C-B312-37175124270D}"/>
          </ac:spMkLst>
        </pc:spChg>
        <pc:spChg chg="mod ord">
          <ac:chgData name="Qahtan, A.A.A. (Hakim)" userId="2e0f559b-8f84-4ffd-87e2-eac7fe92b5e6" providerId="ADAL" clId="{6E9D1478-BB00-428C-9801-AEDB4433F89F}" dt="2020-02-20T11:48:31.829" v="14925" actId="20577"/>
          <ac:spMkLst>
            <pc:docMk/>
            <pc:sldMk cId="510338849" sldId="347"/>
            <ac:spMk id="4" creationId="{5A49AF56-1968-46FD-BB47-674D6ECA1C21}"/>
          </ac:spMkLst>
        </pc:spChg>
        <pc:spChg chg="add del mod ord">
          <ac:chgData name="Qahtan, A.A.A. (Hakim)" userId="2e0f559b-8f84-4ffd-87e2-eac7fe92b5e6" providerId="ADAL" clId="{6E9D1478-BB00-428C-9801-AEDB4433F89F}" dt="2020-02-20T11:47:22.171" v="14910" actId="478"/>
          <ac:spMkLst>
            <pc:docMk/>
            <pc:sldMk cId="510338849" sldId="347"/>
            <ac:spMk id="5" creationId="{EE127EE7-3677-499D-8B2C-BAC123BE49B7}"/>
          </ac:spMkLst>
        </pc:spChg>
        <pc:spChg chg="add mod">
          <ac:chgData name="Qahtan, A.A.A. (Hakim)" userId="2e0f559b-8f84-4ffd-87e2-eac7fe92b5e6" providerId="ADAL" clId="{6E9D1478-BB00-428C-9801-AEDB4433F89F}" dt="2020-02-24T12:43:13.736" v="16281" actId="14100"/>
          <ac:spMkLst>
            <pc:docMk/>
            <pc:sldMk cId="510338849" sldId="347"/>
            <ac:spMk id="7" creationId="{565280F4-9B29-481B-84A2-6790DEFCE27F}"/>
          </ac:spMkLst>
        </pc:spChg>
        <pc:spChg chg="add mod">
          <ac:chgData name="Qahtan, A.A.A. (Hakim)" userId="2e0f559b-8f84-4ffd-87e2-eac7fe92b5e6" providerId="ADAL" clId="{6E9D1478-BB00-428C-9801-AEDB4433F89F}" dt="2020-02-24T12:43:09.655" v="16280" actId="14100"/>
          <ac:spMkLst>
            <pc:docMk/>
            <pc:sldMk cId="510338849" sldId="347"/>
            <ac:spMk id="8" creationId="{174E7303-01C8-4896-97F0-232D0178D11A}"/>
          </ac:spMkLst>
        </pc:spChg>
      </pc:sldChg>
      <pc:sldChg chg="addSp delSp modSp add del">
        <pc:chgData name="Qahtan, A.A.A. (Hakim)" userId="2e0f559b-8f84-4ffd-87e2-eac7fe92b5e6" providerId="ADAL" clId="{6E9D1478-BB00-428C-9801-AEDB4433F89F}" dt="2020-02-20T11:49:15.019" v="14941" actId="2696"/>
        <pc:sldMkLst>
          <pc:docMk/>
          <pc:sldMk cId="1924828863" sldId="348"/>
        </pc:sldMkLst>
        <pc:spChg chg="mod">
          <ac:chgData name="Qahtan, A.A.A. (Hakim)" userId="2e0f559b-8f84-4ffd-87e2-eac7fe92b5e6" providerId="ADAL" clId="{6E9D1478-BB00-428C-9801-AEDB4433F89F}" dt="2020-02-20T11:48:59.859" v="14936" actId="20577"/>
          <ac:spMkLst>
            <pc:docMk/>
            <pc:sldMk cId="1924828863" sldId="348"/>
            <ac:spMk id="2" creationId="{285AF5F2-267A-4A6E-AAB7-2C088BAE714C}"/>
          </ac:spMkLst>
        </pc:spChg>
        <pc:spChg chg="add del">
          <ac:chgData name="Qahtan, A.A.A. (Hakim)" userId="2e0f559b-8f84-4ffd-87e2-eac7fe92b5e6" providerId="ADAL" clId="{6E9D1478-BB00-428C-9801-AEDB4433F89F}" dt="2020-02-20T11:43:29.139" v="14876" actId="478"/>
          <ac:spMkLst>
            <pc:docMk/>
            <pc:sldMk cId="1924828863" sldId="348"/>
            <ac:spMk id="3" creationId="{F1D75D9D-BDCA-4A5C-B312-37175124270D}"/>
          </ac:spMkLst>
        </pc:spChg>
        <pc:spChg chg="del mod ord">
          <ac:chgData name="Qahtan, A.A.A. (Hakim)" userId="2e0f559b-8f84-4ffd-87e2-eac7fe92b5e6" providerId="ADAL" clId="{6E9D1478-BB00-428C-9801-AEDB4433F89F}" dt="2020-02-20T11:44:50.344" v="14892" actId="478"/>
          <ac:spMkLst>
            <pc:docMk/>
            <pc:sldMk cId="1924828863" sldId="348"/>
            <ac:spMk id="4" creationId="{5A49AF56-1968-46FD-BB47-674D6ECA1C21}"/>
          </ac:spMkLst>
        </pc:spChg>
        <pc:spChg chg="mod">
          <ac:chgData name="Qahtan, A.A.A. (Hakim)" userId="2e0f559b-8f84-4ffd-87e2-eac7fe92b5e6" providerId="ADAL" clId="{6E9D1478-BB00-428C-9801-AEDB4433F89F}" dt="2020-02-20T11:48:00.227" v="14916" actId="179"/>
          <ac:spMkLst>
            <pc:docMk/>
            <pc:sldMk cId="1924828863" sldId="348"/>
            <ac:spMk id="5" creationId="{EE127EE7-3677-499D-8B2C-BAC123BE49B7}"/>
          </ac:spMkLst>
        </pc:spChg>
        <pc:spChg chg="mod">
          <ac:chgData name="Qahtan, A.A.A. (Hakim)" userId="2e0f559b-8f84-4ffd-87e2-eac7fe92b5e6" providerId="ADAL" clId="{6E9D1478-BB00-428C-9801-AEDB4433F89F}" dt="2020-02-20T11:45:34.020" v="14897" actId="207"/>
          <ac:spMkLst>
            <pc:docMk/>
            <pc:sldMk cId="1924828863" sldId="348"/>
            <ac:spMk id="11" creationId="{C45A49BA-F1EE-4748-AA1D-3967F9097D38}"/>
          </ac:spMkLst>
        </pc:spChg>
      </pc:sldChg>
      <pc:sldChg chg="modSp add">
        <pc:chgData name="Qahtan, A.A.A. (Hakim)" userId="2e0f559b-8f84-4ffd-87e2-eac7fe92b5e6" providerId="ADAL" clId="{6E9D1478-BB00-428C-9801-AEDB4433F89F}" dt="2020-02-24T12:42:47.791" v="16277" actId="14100"/>
        <pc:sldMkLst>
          <pc:docMk/>
          <pc:sldMk cId="1952475892" sldId="349"/>
        </pc:sldMkLst>
        <pc:spChg chg="mod">
          <ac:chgData name="Qahtan, A.A.A. (Hakim)" userId="2e0f559b-8f84-4ffd-87e2-eac7fe92b5e6" providerId="ADAL" clId="{6E9D1478-BB00-428C-9801-AEDB4433F89F}" dt="2020-02-20T11:49:24.802" v="14951" actId="20577"/>
          <ac:spMkLst>
            <pc:docMk/>
            <pc:sldMk cId="1952475892" sldId="349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24T12:42:47.791" v="16277" actId="14100"/>
          <ac:spMkLst>
            <pc:docMk/>
            <pc:sldMk cId="1952475892" sldId="349"/>
            <ac:spMk id="5" creationId="{EE127EE7-3677-499D-8B2C-BAC123BE49B7}"/>
          </ac:spMkLst>
        </pc:spChg>
        <pc:spChg chg="mod ord">
          <ac:chgData name="Qahtan, A.A.A. (Hakim)" userId="2e0f559b-8f84-4ffd-87e2-eac7fe92b5e6" providerId="ADAL" clId="{6E9D1478-BB00-428C-9801-AEDB4433F89F}" dt="2020-02-20T13:26:22.554" v="15404" actId="6549"/>
          <ac:spMkLst>
            <pc:docMk/>
            <pc:sldMk cId="1952475892" sldId="349"/>
            <ac:spMk id="11" creationId="{C45A49BA-F1EE-4748-AA1D-3967F9097D38}"/>
          </ac:spMkLst>
        </pc:spChg>
      </pc:sldChg>
      <pc:sldChg chg="addSp modSp add">
        <pc:chgData name="Qahtan, A.A.A. (Hakim)" userId="2e0f559b-8f84-4ffd-87e2-eac7fe92b5e6" providerId="ADAL" clId="{6E9D1478-BB00-428C-9801-AEDB4433F89F}" dt="2020-02-24T12:42:21.915" v="16272" actId="179"/>
        <pc:sldMkLst>
          <pc:docMk/>
          <pc:sldMk cId="2894745831" sldId="350"/>
        </pc:sldMkLst>
        <pc:spChg chg="mod">
          <ac:chgData name="Qahtan, A.A.A. (Hakim)" userId="2e0f559b-8f84-4ffd-87e2-eac7fe92b5e6" providerId="ADAL" clId="{6E9D1478-BB00-428C-9801-AEDB4433F89F}" dt="2020-02-20T11:51:27.525" v="14983" actId="20577"/>
          <ac:spMkLst>
            <pc:docMk/>
            <pc:sldMk cId="2894745831" sldId="350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24T12:42:21.915" v="16272" actId="179"/>
          <ac:spMkLst>
            <pc:docMk/>
            <pc:sldMk cId="2894745831" sldId="350"/>
            <ac:spMk id="5" creationId="{EE127EE7-3677-499D-8B2C-BAC123BE49B7}"/>
          </ac:spMkLst>
        </pc:spChg>
        <pc:spChg chg="add mod">
          <ac:chgData name="Qahtan, A.A.A. (Hakim)" userId="2e0f559b-8f84-4ffd-87e2-eac7fe92b5e6" providerId="ADAL" clId="{6E9D1478-BB00-428C-9801-AEDB4433F89F}" dt="2020-02-24T12:42:02.159" v="16270" actId="179"/>
          <ac:spMkLst>
            <pc:docMk/>
            <pc:sldMk cId="2894745831" sldId="350"/>
            <ac:spMk id="6" creationId="{D94F4F63-FE48-4944-A885-DC469DFB5EDF}"/>
          </ac:spMkLst>
        </pc:spChg>
        <pc:spChg chg="add mod">
          <ac:chgData name="Qahtan, A.A.A. (Hakim)" userId="2e0f559b-8f84-4ffd-87e2-eac7fe92b5e6" providerId="ADAL" clId="{6E9D1478-BB00-428C-9801-AEDB4433F89F}" dt="2020-02-24T12:41:55.835" v="16269" actId="179"/>
          <ac:spMkLst>
            <pc:docMk/>
            <pc:sldMk cId="2894745831" sldId="350"/>
            <ac:spMk id="7" creationId="{277A2111-D1E9-40CF-BBF8-D743EF2BAA1C}"/>
          </ac:spMkLst>
        </pc:spChg>
        <pc:spChg chg="mod">
          <ac:chgData name="Qahtan, A.A.A. (Hakim)" userId="2e0f559b-8f84-4ffd-87e2-eac7fe92b5e6" providerId="ADAL" clId="{6E9D1478-BB00-428C-9801-AEDB4433F89F}" dt="2020-02-20T13:33:44.176" v="15558" actId="14100"/>
          <ac:spMkLst>
            <pc:docMk/>
            <pc:sldMk cId="2894745831" sldId="350"/>
            <ac:spMk id="11" creationId="{C45A49BA-F1EE-4748-AA1D-3967F9097D38}"/>
          </ac:spMkLst>
        </pc:spChg>
      </pc:sldChg>
      <pc:sldChg chg="add del">
        <pc:chgData name="Qahtan, A.A.A. (Hakim)" userId="2e0f559b-8f84-4ffd-87e2-eac7fe92b5e6" providerId="ADAL" clId="{6E9D1478-BB00-428C-9801-AEDB4433F89F}" dt="2020-02-20T13:13:49.432" v="15235" actId="2696"/>
        <pc:sldMkLst>
          <pc:docMk/>
          <pc:sldMk cId="838809919" sldId="351"/>
        </pc:sldMkLst>
      </pc:sldChg>
      <pc:sldChg chg="addSp delSp modSp add">
        <pc:chgData name="Qahtan, A.A.A. (Hakim)" userId="2e0f559b-8f84-4ffd-87e2-eac7fe92b5e6" providerId="ADAL" clId="{6E9D1478-BB00-428C-9801-AEDB4433F89F}" dt="2020-02-24T14:21:08.994" v="16875" actId="20577"/>
        <pc:sldMkLst>
          <pc:docMk/>
          <pc:sldMk cId="3062245835" sldId="351"/>
        </pc:sldMkLst>
        <pc:spChg chg="mod">
          <ac:chgData name="Qahtan, A.A.A. (Hakim)" userId="2e0f559b-8f84-4ffd-87e2-eac7fe92b5e6" providerId="ADAL" clId="{6E9D1478-BB00-428C-9801-AEDB4433F89F}" dt="2020-02-20T13:34:52.132" v="15578" actId="20577"/>
          <ac:spMkLst>
            <pc:docMk/>
            <pc:sldMk cId="3062245835" sldId="351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24T14:21:08.994" v="16875" actId="20577"/>
          <ac:spMkLst>
            <pc:docMk/>
            <pc:sldMk cId="3062245835" sldId="351"/>
            <ac:spMk id="5" creationId="{EE127EE7-3677-499D-8B2C-BAC123BE49B7}"/>
          </ac:spMkLst>
        </pc:spChg>
        <pc:spChg chg="mod">
          <ac:chgData name="Qahtan, A.A.A. (Hakim)" userId="2e0f559b-8f84-4ffd-87e2-eac7fe92b5e6" providerId="ADAL" clId="{6E9D1478-BB00-428C-9801-AEDB4433F89F}" dt="2020-02-24T12:41:26.495" v="16263" actId="179"/>
          <ac:spMkLst>
            <pc:docMk/>
            <pc:sldMk cId="3062245835" sldId="351"/>
            <ac:spMk id="6" creationId="{D94F4F63-FE48-4944-A885-DC469DFB5EDF}"/>
          </ac:spMkLst>
        </pc:spChg>
        <pc:spChg chg="mod">
          <ac:chgData name="Qahtan, A.A.A. (Hakim)" userId="2e0f559b-8f84-4ffd-87e2-eac7fe92b5e6" providerId="ADAL" clId="{6E9D1478-BB00-428C-9801-AEDB4433F89F}" dt="2020-02-24T12:41:35.210" v="16266" actId="179"/>
          <ac:spMkLst>
            <pc:docMk/>
            <pc:sldMk cId="3062245835" sldId="351"/>
            <ac:spMk id="7" creationId="{277A2111-D1E9-40CF-BBF8-D743EF2BAA1C}"/>
          </ac:spMkLst>
        </pc:spChg>
        <pc:spChg chg="mod">
          <ac:chgData name="Qahtan, A.A.A. (Hakim)" userId="2e0f559b-8f84-4ffd-87e2-eac7fe92b5e6" providerId="ADAL" clId="{6E9D1478-BB00-428C-9801-AEDB4433F89F}" dt="2020-02-20T13:36:09.945" v="15613" actId="20577"/>
          <ac:spMkLst>
            <pc:docMk/>
            <pc:sldMk cId="3062245835" sldId="351"/>
            <ac:spMk id="11" creationId="{C45A49BA-F1EE-4748-AA1D-3967F9097D38}"/>
          </ac:spMkLst>
        </pc:spChg>
        <pc:graphicFrameChg chg="add del">
          <ac:chgData name="Qahtan, A.A.A. (Hakim)" userId="2e0f559b-8f84-4ffd-87e2-eac7fe92b5e6" providerId="ADAL" clId="{6E9D1478-BB00-428C-9801-AEDB4433F89F}" dt="2020-02-20T13:37:01.576" v="15618"/>
          <ac:graphicFrameMkLst>
            <pc:docMk/>
            <pc:sldMk cId="3062245835" sldId="351"/>
            <ac:graphicFrameMk id="3" creationId="{CA9422A4-8FF8-4EE4-AEC8-66410D7C0EAE}"/>
          </ac:graphicFrameMkLst>
        </pc:graphicFrameChg>
      </pc:sldChg>
      <pc:sldChg chg="add del">
        <pc:chgData name="Qahtan, A.A.A. (Hakim)" userId="2e0f559b-8f84-4ffd-87e2-eac7fe92b5e6" providerId="ADAL" clId="{6E9D1478-BB00-428C-9801-AEDB4433F89F}" dt="2020-02-20T17:42:20.922" v="15633" actId="2696"/>
        <pc:sldMkLst>
          <pc:docMk/>
          <pc:sldMk cId="880877601" sldId="352"/>
        </pc:sldMkLst>
      </pc:sldChg>
      <pc:sldChg chg="addSp delSp modSp add">
        <pc:chgData name="Qahtan, A.A.A. (Hakim)" userId="2e0f559b-8f84-4ffd-87e2-eac7fe92b5e6" providerId="ADAL" clId="{6E9D1478-BB00-428C-9801-AEDB4433F89F}" dt="2020-02-24T15:19:42.753" v="16881" actId="1076"/>
        <pc:sldMkLst>
          <pc:docMk/>
          <pc:sldMk cId="1640976041" sldId="352"/>
        </pc:sldMkLst>
        <pc:spChg chg="mod">
          <ac:chgData name="Qahtan, A.A.A. (Hakim)" userId="2e0f559b-8f84-4ffd-87e2-eac7fe92b5e6" providerId="ADAL" clId="{6E9D1478-BB00-428C-9801-AEDB4433F89F}" dt="2020-02-20T17:43:19.607" v="15653" actId="20577"/>
          <ac:spMkLst>
            <pc:docMk/>
            <pc:sldMk cId="1640976041" sldId="352"/>
            <ac:spMk id="2" creationId="{285AF5F2-267A-4A6E-AAB7-2C088BAE714C}"/>
          </ac:spMkLst>
        </pc:spChg>
        <pc:spChg chg="add mod">
          <ac:chgData name="Qahtan, A.A.A. (Hakim)" userId="2e0f559b-8f84-4ffd-87e2-eac7fe92b5e6" providerId="ADAL" clId="{6E9D1478-BB00-428C-9801-AEDB4433F89F}" dt="2020-02-24T08:33:49.899" v="15976" actId="403"/>
          <ac:spMkLst>
            <pc:docMk/>
            <pc:sldMk cId="1640976041" sldId="352"/>
            <ac:spMk id="6" creationId="{17A7612C-8616-4400-8419-A27E889A13C7}"/>
          </ac:spMkLst>
        </pc:spChg>
        <pc:spChg chg="add mod">
          <ac:chgData name="Qahtan, A.A.A. (Hakim)" userId="2e0f559b-8f84-4ffd-87e2-eac7fe92b5e6" providerId="ADAL" clId="{6E9D1478-BB00-428C-9801-AEDB4433F89F}" dt="2020-02-24T15:19:42.753" v="16881" actId="1076"/>
          <ac:spMkLst>
            <pc:docMk/>
            <pc:sldMk cId="1640976041" sldId="352"/>
            <ac:spMk id="7" creationId="{7CA5D178-C78B-4814-B2F4-62500C10EA61}"/>
          </ac:spMkLst>
        </pc:spChg>
        <pc:spChg chg="add mod">
          <ac:chgData name="Qahtan, A.A.A. (Hakim)" userId="2e0f559b-8f84-4ffd-87e2-eac7fe92b5e6" providerId="ADAL" clId="{6E9D1478-BB00-428C-9801-AEDB4433F89F}" dt="2020-02-24T15:11:15.051" v="16879" actId="255"/>
          <ac:spMkLst>
            <pc:docMk/>
            <pc:sldMk cId="1640976041" sldId="352"/>
            <ac:spMk id="8" creationId="{34F1D0C8-41EE-4B62-92D1-B3F1CD2EA72B}"/>
          </ac:spMkLst>
        </pc:spChg>
        <pc:spChg chg="del mod">
          <ac:chgData name="Qahtan, A.A.A. (Hakim)" userId="2e0f559b-8f84-4ffd-87e2-eac7fe92b5e6" providerId="ADAL" clId="{6E9D1478-BB00-428C-9801-AEDB4433F89F}" dt="2020-02-20T17:42:53.225" v="15637" actId="478"/>
          <ac:spMkLst>
            <pc:docMk/>
            <pc:sldMk cId="1640976041" sldId="352"/>
            <ac:spMk id="30" creationId="{CD1DB778-FFF7-4260-AE88-34088D039207}"/>
          </ac:spMkLst>
        </pc:spChg>
        <pc:picChg chg="del">
          <ac:chgData name="Qahtan, A.A.A. (Hakim)" userId="2e0f559b-8f84-4ffd-87e2-eac7fe92b5e6" providerId="ADAL" clId="{6E9D1478-BB00-428C-9801-AEDB4433F89F}" dt="2020-02-20T17:42:37.990" v="15635" actId="478"/>
          <ac:picMkLst>
            <pc:docMk/>
            <pc:sldMk cId="1640976041" sldId="352"/>
            <ac:picMk id="27" creationId="{24442944-8E72-4B35-9220-B7CB8FDD6491}"/>
          </ac:picMkLst>
        </pc:picChg>
      </pc:sldChg>
      <pc:sldChg chg="modSp add">
        <pc:chgData name="Qahtan, A.A.A. (Hakim)" userId="2e0f559b-8f84-4ffd-87e2-eac7fe92b5e6" providerId="ADAL" clId="{6E9D1478-BB00-428C-9801-AEDB4433F89F}" dt="2020-02-21T16:02:22.969" v="15794"/>
        <pc:sldMkLst>
          <pc:docMk/>
          <pc:sldMk cId="2959166646" sldId="353"/>
        </pc:sldMkLst>
        <pc:spChg chg="mod">
          <ac:chgData name="Qahtan, A.A.A. (Hakim)" userId="2e0f559b-8f84-4ffd-87e2-eac7fe92b5e6" providerId="ADAL" clId="{6E9D1478-BB00-428C-9801-AEDB4433F89F}" dt="2020-02-21T16:02:03.019" v="15793" actId="20577"/>
          <ac:spMkLst>
            <pc:docMk/>
            <pc:sldMk cId="2959166646" sldId="353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21T16:02:22.969" v="15794"/>
          <ac:spMkLst>
            <pc:docMk/>
            <pc:sldMk cId="2959166646" sldId="353"/>
            <ac:spMk id="11" creationId="{C45A49BA-F1EE-4748-AA1D-3967F9097D38}"/>
          </ac:spMkLst>
        </pc:spChg>
      </pc:sldChg>
      <pc:sldChg chg="addSp delSp modSp add">
        <pc:chgData name="Qahtan, A.A.A. (Hakim)" userId="2e0f559b-8f84-4ffd-87e2-eac7fe92b5e6" providerId="ADAL" clId="{6E9D1478-BB00-428C-9801-AEDB4433F89F}" dt="2020-02-24T13:18:34.428" v="16760" actId="20577"/>
        <pc:sldMkLst>
          <pc:docMk/>
          <pc:sldMk cId="1104531196" sldId="354"/>
        </pc:sldMkLst>
        <pc:spChg chg="mod">
          <ac:chgData name="Qahtan, A.A.A. (Hakim)" userId="2e0f559b-8f84-4ffd-87e2-eac7fe92b5e6" providerId="ADAL" clId="{6E9D1478-BB00-428C-9801-AEDB4433F89F}" dt="2020-02-24T12:01:02.640" v="16071" actId="20577"/>
          <ac:spMkLst>
            <pc:docMk/>
            <pc:sldMk cId="1104531196" sldId="354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24T12:50:09.178" v="16495" actId="20577"/>
          <ac:spMkLst>
            <pc:docMk/>
            <pc:sldMk cId="1104531196" sldId="354"/>
            <ac:spMk id="6" creationId="{17A7612C-8616-4400-8419-A27E889A13C7}"/>
          </ac:spMkLst>
        </pc:spChg>
        <pc:spChg chg="mod">
          <ac:chgData name="Qahtan, A.A.A. (Hakim)" userId="2e0f559b-8f84-4ffd-87e2-eac7fe92b5e6" providerId="ADAL" clId="{6E9D1478-BB00-428C-9801-AEDB4433F89F}" dt="2020-02-24T12:50:07.112" v="16494" actId="1076"/>
          <ac:spMkLst>
            <pc:docMk/>
            <pc:sldMk cId="1104531196" sldId="354"/>
            <ac:spMk id="7" creationId="{7CA5D178-C78B-4814-B2F4-62500C10EA61}"/>
          </ac:spMkLst>
        </pc:spChg>
        <pc:spChg chg="mod">
          <ac:chgData name="Qahtan, A.A.A. (Hakim)" userId="2e0f559b-8f84-4ffd-87e2-eac7fe92b5e6" providerId="ADAL" clId="{6E9D1478-BB00-428C-9801-AEDB4433F89F}" dt="2020-02-24T13:18:34.428" v="16760" actId="20577"/>
          <ac:spMkLst>
            <pc:docMk/>
            <pc:sldMk cId="1104531196" sldId="354"/>
            <ac:spMk id="8" creationId="{34F1D0C8-41EE-4B62-92D1-B3F1CD2EA72B}"/>
          </ac:spMkLst>
        </pc:spChg>
        <pc:spChg chg="add del mod">
          <ac:chgData name="Qahtan, A.A.A. (Hakim)" userId="2e0f559b-8f84-4ffd-87e2-eac7fe92b5e6" providerId="ADAL" clId="{6E9D1478-BB00-428C-9801-AEDB4433F89F}" dt="2020-02-24T12:49:58.447" v="16492" actId="478"/>
          <ac:spMkLst>
            <pc:docMk/>
            <pc:sldMk cId="1104531196" sldId="354"/>
            <ac:spMk id="9" creationId="{B04BE379-4EB5-46CD-A545-6E1ECD3381D0}"/>
          </ac:spMkLst>
        </pc:spChg>
      </pc:sldChg>
      <pc:sldChg chg="addSp delSp modSp add">
        <pc:chgData name="Qahtan, A.A.A. (Hakim)" userId="2e0f559b-8f84-4ffd-87e2-eac7fe92b5e6" providerId="ADAL" clId="{6E9D1478-BB00-428C-9801-AEDB4433F89F}" dt="2020-02-24T13:05:15.005" v="16726" actId="20577"/>
        <pc:sldMkLst>
          <pc:docMk/>
          <pc:sldMk cId="595527190" sldId="355"/>
        </pc:sldMkLst>
        <pc:spChg chg="mod">
          <ac:chgData name="Qahtan, A.A.A. (Hakim)" userId="2e0f559b-8f84-4ffd-87e2-eac7fe92b5e6" providerId="ADAL" clId="{6E9D1478-BB00-428C-9801-AEDB4433F89F}" dt="2020-02-24T13:05:15.005" v="16726" actId="20577"/>
          <ac:spMkLst>
            <pc:docMk/>
            <pc:sldMk cId="595527190" sldId="355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24T12:58:26.376" v="16713" actId="20577"/>
          <ac:spMkLst>
            <pc:docMk/>
            <pc:sldMk cId="595527190" sldId="355"/>
            <ac:spMk id="6" creationId="{17A7612C-8616-4400-8419-A27E889A13C7}"/>
          </ac:spMkLst>
        </pc:spChg>
        <pc:spChg chg="del">
          <ac:chgData name="Qahtan, A.A.A. (Hakim)" userId="2e0f559b-8f84-4ffd-87e2-eac7fe92b5e6" providerId="ADAL" clId="{6E9D1478-BB00-428C-9801-AEDB4433F89F}" dt="2020-02-24T12:50:28.393" v="16498" actId="478"/>
          <ac:spMkLst>
            <pc:docMk/>
            <pc:sldMk cId="595527190" sldId="355"/>
            <ac:spMk id="7" creationId="{7CA5D178-C78B-4814-B2F4-62500C10EA61}"/>
          </ac:spMkLst>
        </pc:spChg>
        <pc:spChg chg="del">
          <ac:chgData name="Qahtan, A.A.A. (Hakim)" userId="2e0f559b-8f84-4ffd-87e2-eac7fe92b5e6" providerId="ADAL" clId="{6E9D1478-BB00-428C-9801-AEDB4433F89F}" dt="2020-02-24T12:50:27.353" v="16497" actId="478"/>
          <ac:spMkLst>
            <pc:docMk/>
            <pc:sldMk cId="595527190" sldId="355"/>
            <ac:spMk id="8" creationId="{34F1D0C8-41EE-4B62-92D1-B3F1CD2EA72B}"/>
          </ac:spMkLst>
        </pc:spChg>
        <pc:spChg chg="mod">
          <ac:chgData name="Qahtan, A.A.A. (Hakim)" userId="2e0f559b-8f84-4ffd-87e2-eac7fe92b5e6" providerId="ADAL" clId="{6E9D1478-BB00-428C-9801-AEDB4433F89F}" dt="2020-02-24T13:01:08.951" v="16717" actId="14100"/>
          <ac:spMkLst>
            <pc:docMk/>
            <pc:sldMk cId="595527190" sldId="355"/>
            <ac:spMk id="9" creationId="{B04BE379-4EB5-46CD-A545-6E1ECD3381D0}"/>
          </ac:spMkLst>
        </pc:spChg>
        <pc:spChg chg="add mod">
          <ac:chgData name="Qahtan, A.A.A. (Hakim)" userId="2e0f559b-8f84-4ffd-87e2-eac7fe92b5e6" providerId="ADAL" clId="{6E9D1478-BB00-428C-9801-AEDB4433F89F}" dt="2020-02-24T13:01:05.374" v="16716" actId="14100"/>
          <ac:spMkLst>
            <pc:docMk/>
            <pc:sldMk cId="595527190" sldId="355"/>
            <ac:spMk id="10" creationId="{9E8B3D6C-6C5B-4B68-85C4-B3CB8FF61599}"/>
          </ac:spMkLst>
        </pc:spChg>
      </pc:sldChg>
      <pc:sldChg chg="addSp delSp modSp add">
        <pc:chgData name="Qahtan, A.A.A. (Hakim)" userId="2e0f559b-8f84-4ffd-87e2-eac7fe92b5e6" providerId="ADAL" clId="{6E9D1478-BB00-428C-9801-AEDB4433F89F}" dt="2020-02-24T14:02:42.978" v="16871"/>
        <pc:sldMkLst>
          <pc:docMk/>
          <pc:sldMk cId="1955712120" sldId="356"/>
        </pc:sldMkLst>
        <pc:spChg chg="mod">
          <ac:chgData name="Qahtan, A.A.A. (Hakim)" userId="2e0f559b-8f84-4ffd-87e2-eac7fe92b5e6" providerId="ADAL" clId="{6E9D1478-BB00-428C-9801-AEDB4433F89F}" dt="2020-02-24T13:05:27.270" v="16738" actId="20577"/>
          <ac:spMkLst>
            <pc:docMk/>
            <pc:sldMk cId="1955712120" sldId="356"/>
            <ac:spMk id="2" creationId="{285AF5F2-267A-4A6E-AAB7-2C088BAE714C}"/>
          </ac:spMkLst>
        </pc:spChg>
        <pc:spChg chg="add del">
          <ac:chgData name="Qahtan, A.A.A. (Hakim)" userId="2e0f559b-8f84-4ffd-87e2-eac7fe92b5e6" providerId="ADAL" clId="{6E9D1478-BB00-428C-9801-AEDB4433F89F}" dt="2020-02-24T13:20:05.746" v="16809"/>
          <ac:spMkLst>
            <pc:docMk/>
            <pc:sldMk cId="1955712120" sldId="356"/>
            <ac:spMk id="3" creationId="{82EED1DF-3D7D-41DC-9F3C-C626B39627A8}"/>
          </ac:spMkLst>
        </pc:spChg>
        <pc:spChg chg="add del">
          <ac:chgData name="Qahtan, A.A.A. (Hakim)" userId="2e0f559b-8f84-4ffd-87e2-eac7fe92b5e6" providerId="ADAL" clId="{6E9D1478-BB00-428C-9801-AEDB4433F89F}" dt="2020-02-24T13:20:11.968" v="16811"/>
          <ac:spMkLst>
            <pc:docMk/>
            <pc:sldMk cId="1955712120" sldId="356"/>
            <ac:spMk id="4" creationId="{3037F45E-CBA3-47BF-83FE-225FE34C3AB0}"/>
          </ac:spMkLst>
        </pc:spChg>
        <pc:spChg chg="mod">
          <ac:chgData name="Qahtan, A.A.A. (Hakim)" userId="2e0f559b-8f84-4ffd-87e2-eac7fe92b5e6" providerId="ADAL" clId="{6E9D1478-BB00-428C-9801-AEDB4433F89F}" dt="2020-02-24T13:21:06.131" v="16865" actId="20577"/>
          <ac:spMkLst>
            <pc:docMk/>
            <pc:sldMk cId="1955712120" sldId="356"/>
            <ac:spMk id="6" creationId="{17A7612C-8616-4400-8419-A27E889A13C7}"/>
          </ac:spMkLst>
        </pc:spChg>
        <pc:spChg chg="mod">
          <ac:chgData name="Qahtan, A.A.A. (Hakim)" userId="2e0f559b-8f84-4ffd-87e2-eac7fe92b5e6" providerId="ADAL" clId="{6E9D1478-BB00-428C-9801-AEDB4433F89F}" dt="2020-02-24T14:02:42.978" v="16871"/>
          <ac:spMkLst>
            <pc:docMk/>
            <pc:sldMk cId="1955712120" sldId="356"/>
            <ac:spMk id="9" creationId="{B04BE379-4EB5-46CD-A545-6E1ECD3381D0}"/>
          </ac:spMkLst>
        </pc:spChg>
        <pc:spChg chg="mod">
          <ac:chgData name="Qahtan, A.A.A. (Hakim)" userId="2e0f559b-8f84-4ffd-87e2-eac7fe92b5e6" providerId="ADAL" clId="{6E9D1478-BB00-428C-9801-AEDB4433F89F}" dt="2020-02-24T14:01:18.294" v="16868" actId="1076"/>
          <ac:spMkLst>
            <pc:docMk/>
            <pc:sldMk cId="1955712120" sldId="356"/>
            <ac:spMk id="10" creationId="{9E8B3D6C-6C5B-4B68-85C4-B3CB8FF61599}"/>
          </ac:spMkLst>
        </pc:spChg>
      </pc:sldChg>
      <pc:sldChg chg="modSp add">
        <pc:chgData name="Qahtan, A.A.A. (Hakim)" userId="2e0f559b-8f84-4ffd-87e2-eac7fe92b5e6" providerId="ADAL" clId="{6E9D1478-BB00-428C-9801-AEDB4433F89F}" dt="2020-02-24T15:19:54.411" v="16883" actId="6549"/>
        <pc:sldMkLst>
          <pc:docMk/>
          <pc:sldMk cId="3406129362" sldId="357"/>
        </pc:sldMkLst>
        <pc:spChg chg="mod">
          <ac:chgData name="Qahtan, A.A.A. (Hakim)" userId="2e0f559b-8f84-4ffd-87e2-eac7fe92b5e6" providerId="ADAL" clId="{6E9D1478-BB00-428C-9801-AEDB4433F89F}" dt="2020-02-24T15:19:54.411" v="16883" actId="6549"/>
          <ac:spMkLst>
            <pc:docMk/>
            <pc:sldMk cId="3406129362" sldId="357"/>
            <ac:spMk id="6" creationId="{17A7612C-8616-4400-8419-A27E889A13C7}"/>
          </ac:spMkLst>
        </pc:spChg>
        <pc:spChg chg="mod">
          <ac:chgData name="Qahtan, A.A.A. (Hakim)" userId="2e0f559b-8f84-4ffd-87e2-eac7fe92b5e6" providerId="ADAL" clId="{6E9D1478-BB00-428C-9801-AEDB4433F89F}" dt="2020-02-24T14:02:33.092" v="16870"/>
          <ac:spMkLst>
            <pc:docMk/>
            <pc:sldMk cId="3406129362" sldId="357"/>
            <ac:spMk id="9" creationId="{B04BE379-4EB5-46CD-A545-6E1ECD3381D0}"/>
          </ac:spMkLst>
        </pc:spChg>
        <pc:spChg chg="mod">
          <ac:chgData name="Qahtan, A.A.A. (Hakim)" userId="2e0f559b-8f84-4ffd-87e2-eac7fe92b5e6" providerId="ADAL" clId="{6E9D1478-BB00-428C-9801-AEDB4433F89F}" dt="2020-02-24T15:19:51.536" v="16882" actId="1076"/>
          <ac:spMkLst>
            <pc:docMk/>
            <pc:sldMk cId="3406129362" sldId="357"/>
            <ac:spMk id="10" creationId="{9E8B3D6C-6C5B-4B68-85C4-B3CB8FF61599}"/>
          </ac:spMkLst>
        </pc:spChg>
      </pc:sldChg>
      <pc:sldChg chg="addSp modSp add">
        <pc:chgData name="Qahtan, A.A.A. (Hakim)" userId="2e0f559b-8f84-4ffd-87e2-eac7fe92b5e6" providerId="ADAL" clId="{6E9D1478-BB00-428C-9801-AEDB4433F89F}" dt="2020-02-25T08:30:02.050" v="17811" actId="20577"/>
        <pc:sldMkLst>
          <pc:docMk/>
          <pc:sldMk cId="3804501625" sldId="358"/>
        </pc:sldMkLst>
        <pc:spChg chg="mod">
          <ac:chgData name="Qahtan, A.A.A. (Hakim)" userId="2e0f559b-8f84-4ffd-87e2-eac7fe92b5e6" providerId="ADAL" clId="{6E9D1478-BB00-428C-9801-AEDB4433F89F}" dt="2020-02-24T15:20:30.648" v="16905" actId="20577"/>
          <ac:spMkLst>
            <pc:docMk/>
            <pc:sldMk cId="3804501625" sldId="358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25T08:30:02.050" v="17811" actId="20577"/>
          <ac:spMkLst>
            <pc:docMk/>
            <pc:sldMk cId="3804501625" sldId="358"/>
            <ac:spMk id="6" creationId="{17A7612C-8616-4400-8419-A27E889A13C7}"/>
          </ac:spMkLst>
        </pc:spChg>
        <pc:spChg chg="add mod">
          <ac:chgData name="Qahtan, A.A.A. (Hakim)" userId="2e0f559b-8f84-4ffd-87e2-eac7fe92b5e6" providerId="ADAL" clId="{6E9D1478-BB00-428C-9801-AEDB4433F89F}" dt="2020-02-24T15:23:55.929" v="17099" actId="20577"/>
          <ac:spMkLst>
            <pc:docMk/>
            <pc:sldMk cId="3804501625" sldId="358"/>
            <ac:spMk id="7" creationId="{193E527C-03C9-44A5-9E87-5B1F496E928B}"/>
          </ac:spMkLst>
        </pc:spChg>
        <pc:spChg chg="mod">
          <ac:chgData name="Qahtan, A.A.A. (Hakim)" userId="2e0f559b-8f84-4ffd-87e2-eac7fe92b5e6" providerId="ADAL" clId="{6E9D1478-BB00-428C-9801-AEDB4433F89F}" dt="2020-02-24T15:23:59.993" v="17101" actId="20577"/>
          <ac:spMkLst>
            <pc:docMk/>
            <pc:sldMk cId="3804501625" sldId="358"/>
            <ac:spMk id="9" creationId="{B04BE379-4EB5-46CD-A545-6E1ECD3381D0}"/>
          </ac:spMkLst>
        </pc:spChg>
        <pc:spChg chg="mod">
          <ac:chgData name="Qahtan, A.A.A. (Hakim)" userId="2e0f559b-8f84-4ffd-87e2-eac7fe92b5e6" providerId="ADAL" clId="{6E9D1478-BB00-428C-9801-AEDB4433F89F}" dt="2020-02-24T15:24:04.689" v="17103" actId="20577"/>
          <ac:spMkLst>
            <pc:docMk/>
            <pc:sldMk cId="3804501625" sldId="358"/>
            <ac:spMk id="10" creationId="{9E8B3D6C-6C5B-4B68-85C4-B3CB8FF61599}"/>
          </ac:spMkLst>
        </pc:spChg>
      </pc:sldChg>
      <pc:sldChg chg="delSp modSp add">
        <pc:chgData name="Qahtan, A.A.A. (Hakim)" userId="2e0f559b-8f84-4ffd-87e2-eac7fe92b5e6" providerId="ADAL" clId="{6E9D1478-BB00-428C-9801-AEDB4433F89F}" dt="2020-02-25T08:45:51.968" v="17828" actId="1076"/>
        <pc:sldMkLst>
          <pc:docMk/>
          <pc:sldMk cId="560070137" sldId="359"/>
        </pc:sldMkLst>
        <pc:spChg chg="mod">
          <ac:chgData name="Qahtan, A.A.A. (Hakim)" userId="2e0f559b-8f84-4ffd-87e2-eac7fe92b5e6" providerId="ADAL" clId="{6E9D1478-BB00-428C-9801-AEDB4433F89F}" dt="2020-02-25T08:45:46.609" v="17827" actId="20577"/>
          <ac:spMkLst>
            <pc:docMk/>
            <pc:sldMk cId="560070137" sldId="359"/>
            <ac:spMk id="6" creationId="{17A7612C-8616-4400-8419-A27E889A13C7}"/>
          </ac:spMkLst>
        </pc:spChg>
        <pc:spChg chg="del mod">
          <ac:chgData name="Qahtan, A.A.A. (Hakim)" userId="2e0f559b-8f84-4ffd-87e2-eac7fe92b5e6" providerId="ADAL" clId="{6E9D1478-BB00-428C-9801-AEDB4433F89F}" dt="2020-02-25T08:45:31.185" v="17822" actId="478"/>
          <ac:spMkLst>
            <pc:docMk/>
            <pc:sldMk cId="560070137" sldId="359"/>
            <ac:spMk id="7" creationId="{193E527C-03C9-44A5-9E87-5B1F496E928B}"/>
          </ac:spMkLst>
        </pc:spChg>
        <pc:spChg chg="mod">
          <ac:chgData name="Qahtan, A.A.A. (Hakim)" userId="2e0f559b-8f84-4ffd-87e2-eac7fe92b5e6" providerId="ADAL" clId="{6E9D1478-BB00-428C-9801-AEDB4433F89F}" dt="2020-02-25T08:45:51.968" v="17828" actId="1076"/>
          <ac:spMkLst>
            <pc:docMk/>
            <pc:sldMk cId="560070137" sldId="359"/>
            <ac:spMk id="9" creationId="{B04BE379-4EB5-46CD-A545-6E1ECD3381D0}"/>
          </ac:spMkLst>
        </pc:spChg>
        <pc:spChg chg="mod">
          <ac:chgData name="Qahtan, A.A.A. (Hakim)" userId="2e0f559b-8f84-4ffd-87e2-eac7fe92b5e6" providerId="ADAL" clId="{6E9D1478-BB00-428C-9801-AEDB4433F89F}" dt="2020-02-25T08:45:44.048" v="17826" actId="1076"/>
          <ac:spMkLst>
            <pc:docMk/>
            <pc:sldMk cId="560070137" sldId="359"/>
            <ac:spMk id="10" creationId="{9E8B3D6C-6C5B-4B68-85C4-B3CB8FF61599}"/>
          </ac:spMkLst>
        </pc:spChg>
      </pc:sldChg>
      <pc:sldChg chg="modSp add">
        <pc:chgData name="Qahtan, A.A.A. (Hakim)" userId="2e0f559b-8f84-4ffd-87e2-eac7fe92b5e6" providerId="ADAL" clId="{6E9D1478-BB00-428C-9801-AEDB4433F89F}" dt="2020-02-24T15:57:49.767" v="17574" actId="1076"/>
        <pc:sldMkLst>
          <pc:docMk/>
          <pc:sldMk cId="3942943551" sldId="360"/>
        </pc:sldMkLst>
        <pc:spChg chg="mod">
          <ac:chgData name="Qahtan, A.A.A. (Hakim)" userId="2e0f559b-8f84-4ffd-87e2-eac7fe92b5e6" providerId="ADAL" clId="{6E9D1478-BB00-428C-9801-AEDB4433F89F}" dt="2020-02-24T15:35:54.390" v="17280" actId="20577"/>
          <ac:spMkLst>
            <pc:docMk/>
            <pc:sldMk cId="3942943551" sldId="360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24T15:45:50.403" v="17506" actId="20577"/>
          <ac:spMkLst>
            <pc:docMk/>
            <pc:sldMk cId="3942943551" sldId="360"/>
            <ac:spMk id="6" creationId="{17A7612C-8616-4400-8419-A27E889A13C7}"/>
          </ac:spMkLst>
        </pc:spChg>
        <pc:spChg chg="mod">
          <ac:chgData name="Qahtan, A.A.A. (Hakim)" userId="2e0f559b-8f84-4ffd-87e2-eac7fe92b5e6" providerId="ADAL" clId="{6E9D1478-BB00-428C-9801-AEDB4433F89F}" dt="2020-02-24T15:57:49.767" v="17574" actId="1076"/>
          <ac:spMkLst>
            <pc:docMk/>
            <pc:sldMk cId="3942943551" sldId="360"/>
            <ac:spMk id="7" creationId="{193E527C-03C9-44A5-9E87-5B1F496E928B}"/>
          </ac:spMkLst>
        </pc:spChg>
        <pc:spChg chg="mod">
          <ac:chgData name="Qahtan, A.A.A. (Hakim)" userId="2e0f559b-8f84-4ffd-87e2-eac7fe92b5e6" providerId="ADAL" clId="{6E9D1478-BB00-428C-9801-AEDB4433F89F}" dt="2020-02-24T15:44:39.060" v="17443" actId="255"/>
          <ac:spMkLst>
            <pc:docMk/>
            <pc:sldMk cId="3942943551" sldId="360"/>
            <ac:spMk id="9" creationId="{B04BE379-4EB5-46CD-A545-6E1ECD3381D0}"/>
          </ac:spMkLst>
        </pc:spChg>
        <pc:spChg chg="mod">
          <ac:chgData name="Qahtan, A.A.A. (Hakim)" userId="2e0f559b-8f84-4ffd-87e2-eac7fe92b5e6" providerId="ADAL" clId="{6E9D1478-BB00-428C-9801-AEDB4433F89F}" dt="2020-02-24T15:49:09.993" v="17550" actId="1076"/>
          <ac:spMkLst>
            <pc:docMk/>
            <pc:sldMk cId="3942943551" sldId="360"/>
            <ac:spMk id="10" creationId="{9E8B3D6C-6C5B-4B68-85C4-B3CB8FF61599}"/>
          </ac:spMkLst>
        </pc:spChg>
      </pc:sldChg>
      <pc:sldChg chg="addSp delSp modSp add">
        <pc:chgData name="Qahtan, A.A.A. (Hakim)" userId="2e0f559b-8f84-4ffd-87e2-eac7fe92b5e6" providerId="ADAL" clId="{6E9D1478-BB00-428C-9801-AEDB4433F89F}" dt="2020-02-25T08:49:10.268" v="17847" actId="207"/>
        <pc:sldMkLst>
          <pc:docMk/>
          <pc:sldMk cId="1503045470" sldId="361"/>
        </pc:sldMkLst>
        <pc:spChg chg="mod">
          <ac:chgData name="Qahtan, A.A.A. (Hakim)" userId="2e0f559b-8f84-4ffd-87e2-eac7fe92b5e6" providerId="ADAL" clId="{6E9D1478-BB00-428C-9801-AEDB4433F89F}" dt="2020-02-24T15:58:36.816" v="17582" actId="20577"/>
          <ac:spMkLst>
            <pc:docMk/>
            <pc:sldMk cId="1503045470" sldId="361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25T08:48:42.493" v="17842"/>
          <ac:spMkLst>
            <pc:docMk/>
            <pc:sldMk cId="1503045470" sldId="361"/>
            <ac:spMk id="6" creationId="{17A7612C-8616-4400-8419-A27E889A13C7}"/>
          </ac:spMkLst>
        </pc:spChg>
        <pc:spChg chg="mod">
          <ac:chgData name="Qahtan, A.A.A. (Hakim)" userId="2e0f559b-8f84-4ffd-87e2-eac7fe92b5e6" providerId="ADAL" clId="{6E9D1478-BB00-428C-9801-AEDB4433F89F}" dt="2020-02-25T08:48:59.907" v="17845" actId="179"/>
          <ac:spMkLst>
            <pc:docMk/>
            <pc:sldMk cId="1503045470" sldId="361"/>
            <ac:spMk id="7" creationId="{193E527C-03C9-44A5-9E87-5B1F496E928B}"/>
          </ac:spMkLst>
        </pc:spChg>
        <pc:spChg chg="add mod">
          <ac:chgData name="Qahtan, A.A.A. (Hakim)" userId="2e0f559b-8f84-4ffd-87e2-eac7fe92b5e6" providerId="ADAL" clId="{6E9D1478-BB00-428C-9801-AEDB4433F89F}" dt="2020-02-25T08:49:10.268" v="17847" actId="207"/>
          <ac:spMkLst>
            <pc:docMk/>
            <pc:sldMk cId="1503045470" sldId="361"/>
            <ac:spMk id="8" creationId="{655E64D2-DAA6-4754-8E8C-AF07E4449C80}"/>
          </ac:spMkLst>
        </pc:spChg>
        <pc:spChg chg="del">
          <ac:chgData name="Qahtan, A.A.A. (Hakim)" userId="2e0f559b-8f84-4ffd-87e2-eac7fe92b5e6" providerId="ADAL" clId="{6E9D1478-BB00-428C-9801-AEDB4433F89F}" dt="2020-02-24T15:58:22.232" v="17576" actId="478"/>
          <ac:spMkLst>
            <pc:docMk/>
            <pc:sldMk cId="1503045470" sldId="361"/>
            <ac:spMk id="9" creationId="{B04BE379-4EB5-46CD-A545-6E1ECD3381D0}"/>
          </ac:spMkLst>
        </pc:spChg>
        <pc:spChg chg="del">
          <ac:chgData name="Qahtan, A.A.A. (Hakim)" userId="2e0f559b-8f84-4ffd-87e2-eac7fe92b5e6" providerId="ADAL" clId="{6E9D1478-BB00-428C-9801-AEDB4433F89F}" dt="2020-02-24T15:58:23.735" v="17577" actId="478"/>
          <ac:spMkLst>
            <pc:docMk/>
            <pc:sldMk cId="1503045470" sldId="361"/>
            <ac:spMk id="10" creationId="{9E8B3D6C-6C5B-4B68-85C4-B3CB8FF61599}"/>
          </ac:spMkLst>
        </pc:spChg>
      </pc:sldChg>
      <pc:sldChg chg="delSp modSp add">
        <pc:chgData name="Qahtan, A.A.A. (Hakim)" userId="2e0f559b-8f84-4ffd-87e2-eac7fe92b5e6" providerId="ADAL" clId="{6E9D1478-BB00-428C-9801-AEDB4433F89F}" dt="2020-02-25T08:50:29.919" v="17886" actId="20577"/>
        <pc:sldMkLst>
          <pc:docMk/>
          <pc:sldMk cId="1509046847" sldId="362"/>
        </pc:sldMkLst>
        <pc:spChg chg="mod">
          <ac:chgData name="Qahtan, A.A.A. (Hakim)" userId="2e0f559b-8f84-4ffd-87e2-eac7fe92b5e6" providerId="ADAL" clId="{6E9D1478-BB00-428C-9801-AEDB4433F89F}" dt="2020-02-25T08:50:13.774" v="17871" actId="20577"/>
          <ac:spMkLst>
            <pc:docMk/>
            <pc:sldMk cId="1509046847" sldId="362"/>
            <ac:spMk id="2" creationId="{285AF5F2-267A-4A6E-AAB7-2C088BAE714C}"/>
          </ac:spMkLst>
        </pc:spChg>
        <pc:spChg chg="mod">
          <ac:chgData name="Qahtan, A.A.A. (Hakim)" userId="2e0f559b-8f84-4ffd-87e2-eac7fe92b5e6" providerId="ADAL" clId="{6E9D1478-BB00-428C-9801-AEDB4433F89F}" dt="2020-02-25T08:46:13.666" v="17832" actId="6549"/>
          <ac:spMkLst>
            <pc:docMk/>
            <pc:sldMk cId="1509046847" sldId="362"/>
            <ac:spMk id="6" creationId="{17A7612C-8616-4400-8419-A27E889A13C7}"/>
          </ac:spMkLst>
        </pc:spChg>
        <pc:spChg chg="del">
          <ac:chgData name="Qahtan, A.A.A. (Hakim)" userId="2e0f559b-8f84-4ffd-87e2-eac7fe92b5e6" providerId="ADAL" clId="{6E9D1478-BB00-428C-9801-AEDB4433F89F}" dt="2020-02-25T08:46:23.248" v="17835" actId="478"/>
          <ac:spMkLst>
            <pc:docMk/>
            <pc:sldMk cId="1509046847" sldId="362"/>
            <ac:spMk id="7" creationId="{193E527C-03C9-44A5-9E87-5B1F496E928B}"/>
          </ac:spMkLst>
        </pc:spChg>
        <pc:spChg chg="del">
          <ac:chgData name="Qahtan, A.A.A. (Hakim)" userId="2e0f559b-8f84-4ffd-87e2-eac7fe92b5e6" providerId="ADAL" clId="{6E9D1478-BB00-428C-9801-AEDB4433F89F}" dt="2020-02-25T08:46:11.025" v="17830" actId="478"/>
          <ac:spMkLst>
            <pc:docMk/>
            <pc:sldMk cId="1509046847" sldId="362"/>
            <ac:spMk id="9" creationId="{B04BE379-4EB5-46CD-A545-6E1ECD3381D0}"/>
          </ac:spMkLst>
        </pc:spChg>
        <pc:spChg chg="mod">
          <ac:chgData name="Qahtan, A.A.A. (Hakim)" userId="2e0f559b-8f84-4ffd-87e2-eac7fe92b5e6" providerId="ADAL" clId="{6E9D1478-BB00-428C-9801-AEDB4433F89F}" dt="2020-02-25T08:50:29.919" v="17886" actId="20577"/>
          <ac:spMkLst>
            <pc:docMk/>
            <pc:sldMk cId="1509046847" sldId="362"/>
            <ac:spMk id="10" creationId="{9E8B3D6C-6C5B-4B68-85C4-B3CB8FF61599}"/>
          </ac:spMkLst>
        </pc:spChg>
      </pc:sldChg>
      <pc:sldChg chg="modSp add">
        <pc:chgData name="Qahtan, A.A.A. (Hakim)" userId="2e0f559b-8f84-4ffd-87e2-eac7fe92b5e6" providerId="ADAL" clId="{6E9D1478-BB00-428C-9801-AEDB4433F89F}" dt="2020-02-25T08:53:19.013" v="17974" actId="20577"/>
        <pc:sldMkLst>
          <pc:docMk/>
          <pc:sldMk cId="2181691380" sldId="363"/>
        </pc:sldMkLst>
        <pc:spChg chg="mod">
          <ac:chgData name="Qahtan, A.A.A. (Hakim)" userId="2e0f559b-8f84-4ffd-87e2-eac7fe92b5e6" providerId="ADAL" clId="{6E9D1478-BB00-428C-9801-AEDB4433F89F}" dt="2020-02-25T08:53:19.013" v="17974" actId="20577"/>
          <ac:spMkLst>
            <pc:docMk/>
            <pc:sldMk cId="2181691380" sldId="363"/>
            <ac:spMk id="11" creationId="{C45A49BA-F1EE-4748-AA1D-3967F9097D38}"/>
          </ac:spMkLst>
        </pc:spChg>
      </pc:sldChg>
      <pc:sldChg chg="modSp add del modTransition">
        <pc:chgData name="Qahtan, A.A.A. (Hakim)" userId="2e0f559b-8f84-4ffd-87e2-eac7fe92b5e6" providerId="ADAL" clId="{6E9D1478-BB00-428C-9801-AEDB4433F89F}" dt="2020-02-24T11:00:01.423" v="15996" actId="2696"/>
        <pc:sldMkLst>
          <pc:docMk/>
          <pc:sldMk cId="0" sldId="1421"/>
        </pc:sldMkLst>
        <pc:spChg chg="mod">
          <ac:chgData name="Qahtan, A.A.A. (Hakim)" userId="2e0f559b-8f84-4ffd-87e2-eac7fe92b5e6" providerId="ADAL" clId="{6E9D1478-BB00-428C-9801-AEDB4433F89F}" dt="2020-02-24T10:58:39.300" v="15995" actId="27636"/>
          <ac:spMkLst>
            <pc:docMk/>
            <pc:sldMk cId="0" sldId="1421"/>
            <ac:spMk id="46084" creationId="{02545C90-3EBC-4291-BF6A-5D57C6AD23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C72E7-1AC8-4769-8510-C8FBA4EE0D31}" type="datetimeFigureOut">
              <a:rPr lang="nl-NL" smtClean="0"/>
              <a:t>28-09-2025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F6A5-1236-40E7-B937-7650038E63C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5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436-0D9D-46AD-BEFF-5E111B7B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7BDE8-4FB5-4522-BEB2-CB4D9D42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3C5D-99D5-4165-B1F8-06B37021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9A6-9BE8-4C30-961C-4CAF7195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5B115A1C-F137-473C-B049-8E2E1D438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329-0391-403E-893E-D576018A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F60-B5C5-4B67-9C59-D776B116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592F-54D9-46E8-91E8-E3155C6A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3E60-7A04-4ACB-A597-49AF9D1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0FE4EE32-EE92-49A9-B978-9AF46FFCEE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21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EC57-5DD0-4A03-BF25-28F500D6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A68C0-D0E2-4B3B-8DF5-99D3AE4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D37-B5E3-465E-AB9F-1A46C3CB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7BA4-8DAB-4D1A-8C7A-0034BED3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B4FFACBE-778B-452B-B7B2-D991B629EC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5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064-BB62-46B8-9CC2-D029177E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F1E0-3B14-45A4-A725-D5051F77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7A2AD-DE0E-4543-BF32-97E61658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A81F-A3D5-45B8-A8C9-BF8B4345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AD99-EEEA-444C-A59A-65F3888F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2A276F-6FEF-4ED3-85CF-E9CF75454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75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7D37-7754-4A9C-BCC6-11C47E9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5442-2125-4972-A200-5E35EC3A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EFCD3-FF8C-4968-9CED-85E6346B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A86E1-83D0-49D4-A54B-9F17BF0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C060A-6098-4350-8720-54C7423C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82D38-0587-46DF-BC2F-54BCA516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E6AB-74D5-42F1-A4DE-5A6E0B56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785A4D-427F-44CB-8E0A-B101B55E5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1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89-85CB-4669-ACBD-78EF5FE9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E259A-9F68-4D64-B695-B05BF20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5463-B67C-4CFD-B89A-A5AC4049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9">
            <a:extLst>
              <a:ext uri="{FF2B5EF4-FFF2-40B4-BE49-F238E27FC236}">
                <a16:creationId xmlns:a16="http://schemas.microsoft.com/office/drawing/2014/main" id="{4E1FECAE-E5B2-4686-BED7-57C4C269E9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88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75913-F874-4ACB-BF38-06993DE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B41A-AEDF-4412-BB53-522D256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Afbeelding 9">
            <a:extLst>
              <a:ext uri="{FF2B5EF4-FFF2-40B4-BE49-F238E27FC236}">
                <a16:creationId xmlns:a16="http://schemas.microsoft.com/office/drawing/2014/main" id="{003DCD53-61B3-4260-9781-C03ECF355E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99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079-FBD9-4B6E-93BC-C2C72C3D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345-DC72-4009-80DF-ADF36B45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BB79-2FE3-4EEC-A47B-F6AA444F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4493-2A24-4F5A-99BE-DED35B9A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EAAD-7F90-46F6-8777-C00D5AD3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F5965B39-71B2-49D0-86D7-1658D734E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2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5DE-40EB-400F-BB8C-DD4CE993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676FA-A76F-4435-A2C2-2AD6DBB5C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88418-CE82-4860-B21C-19BC3A38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01AD-1CEA-40EE-8192-D18DA32C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7769-3DBE-45F4-9D6C-319778B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6FBEF1-7C0B-499C-A27C-52802B84C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E8A-1C31-4B80-8E0E-FA8EE7EA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039C-9E8F-49C2-A124-D628993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EB7-C34F-4E92-8B14-28B78863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4EAA-ABFC-4164-BDD9-D6C18344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AA2390CE-E4A9-42B0-B346-6C3BF875E1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97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A7D13-05FB-4F56-9DD4-53C5B300C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630CA-2274-448F-B50F-D48D280F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7B21-54CC-48E7-894A-2714261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B17-C995-407A-9DC9-4DE969B4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4359B83E-457B-4A56-97E8-EF80F6510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8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09B4-6259-4B71-963F-E6EF9091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9CCA7-0EF3-49F7-943E-25DD645B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321C-7E99-47F2-9215-9A27ED0A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2F29F-60CE-435D-911D-C4361140EDDE}" type="datetimeFigureOut">
              <a:rPr lang="nl-NL" smtClean="0"/>
              <a:t>28-09-2025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F472-351E-4F7F-B8E9-339BDFCA7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53A4-AF1B-4E4A-ACF4-770CE4B00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71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18" Type="http://schemas.openxmlformats.org/officeDocument/2006/relationships/image" Target="../media/image11.jpeg"/><Relationship Id="rId3" Type="http://schemas.openxmlformats.org/officeDocument/2006/relationships/hyperlink" Target="mailto:d.l.oberski@uu.nl" TargetMode="External"/><Relationship Id="rId21" Type="http://schemas.openxmlformats.org/officeDocument/2006/relationships/hyperlink" Target="mailto:t.b.volker@uu.nl" TargetMode="External"/><Relationship Id="rId7" Type="http://schemas.openxmlformats.org/officeDocument/2006/relationships/image" Target="../media/image3.jpeg"/><Relationship Id="rId12" Type="http://schemas.openxmlformats.org/officeDocument/2006/relationships/hyperlink" Target="mailto:o.togay@uu.nl" TargetMode="External"/><Relationship Id="rId17" Type="http://schemas.openxmlformats.org/officeDocument/2006/relationships/hyperlink" Target="mailto:timo_kuil@hotmail.com" TargetMode="External"/><Relationship Id="rId2" Type="http://schemas.openxmlformats.org/officeDocument/2006/relationships/hyperlink" Target="mailto:e.vankesteren1@uu.nl" TargetMode="External"/><Relationship Id="rId16" Type="http://schemas.openxmlformats.org/officeDocument/2006/relationships/image" Target="../media/image10.jpeg"/><Relationship Id="rId20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.shafieekamalabad@uu.nl" TargetMode="External"/><Relationship Id="rId11" Type="http://schemas.openxmlformats.org/officeDocument/2006/relationships/hyperlink" Target="mailto:e.candellone@uu.nl" TargetMode="External"/><Relationship Id="rId5" Type="http://schemas.openxmlformats.org/officeDocument/2006/relationships/hyperlink" Target="mailto:a.bagheri@uu.nl" TargetMode="External"/><Relationship Id="rId15" Type="http://schemas.openxmlformats.org/officeDocument/2006/relationships/image" Target="../media/image9.jpeg"/><Relationship Id="rId10" Type="http://schemas.openxmlformats.org/officeDocument/2006/relationships/image" Target="../media/image6.jpeg"/><Relationship Id="rId19" Type="http://schemas.openxmlformats.org/officeDocument/2006/relationships/hyperlink" Target="mailto:h.i.oberman@uu.nl" TargetMode="External"/><Relationship Id="rId4" Type="http://schemas.openxmlformats.org/officeDocument/2006/relationships/hyperlink" Target="mailto:j.j.teijema@uu.nl" TargetMode="External"/><Relationship Id="rId9" Type="http://schemas.openxmlformats.org/officeDocument/2006/relationships/image" Target="../media/image5.jpeg"/><Relationship Id="rId1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r4ds.had.co.nz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t.com/content/a2901ce8-5eb7-4633-b89c-cbdf5b386938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t.com/content/a2901ce8-5eb7-4633-b89c-cbdf5b386938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euclid.psych.yorku.ca/www/psy6135/#Graphical_Perception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r4ds.had.co.nz/visualize.ht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euclid.psych.yorku.ca/www/psy6135/#Graphical_Perception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if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275597" y="5316032"/>
            <a:ext cx="5643960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Daniel L. Oberski &amp; Erik-Jan van Kesteren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407508" y="5754848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Methodology &amp; Statistics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BF607D-33F4-3B42-956B-9399AB3EE085}"/>
              </a:ext>
            </a:extLst>
          </p:cNvPr>
          <p:cNvSpPr txBox="1"/>
          <p:nvPr/>
        </p:nvSpPr>
        <p:spPr>
          <a:xfrm>
            <a:off x="9931253" y="6488668"/>
            <a:ext cx="220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VERSION: 2025-09-23</a:t>
            </a: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836E-59E9-43DF-A056-FFC30E6F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schedule for M&amp;S weeks (4—8)</a:t>
            </a:r>
            <a:endParaRPr lang="en-NL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07E98ED-160E-483F-A1CF-7363D4C77D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3856236"/>
              </p:ext>
            </p:extLst>
          </p:nvPr>
        </p:nvGraphicFramePr>
        <p:xfrm>
          <a:off x="838200" y="1825625"/>
          <a:ext cx="8915398" cy="2966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400351763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97989846"/>
                    </a:ext>
                  </a:extLst>
                </a:gridCol>
                <a:gridCol w="5410198">
                  <a:extLst>
                    <a:ext uri="{9D8B030D-6E8A-4147-A177-3AD203B41FA5}">
                      <a16:colId xmlns:a16="http://schemas.microsoft.com/office/drawing/2014/main" val="4120008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Day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Time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What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2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Monday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11:00 – 12:45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Lecture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23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Monday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13:15 – 15:00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 Practical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588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Tuesday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11:00 – 12:45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Lecture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377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Tuesday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13:15 – 15:00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 Practical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92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Thursday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11:00 – 12:45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Lecture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489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Thursday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13:15 – 15:00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 Practical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244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Friday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11:00 – 11:20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Weekly exam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857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840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8655DD4-3369-FAE5-ACF6-6470C90486B9}"/>
              </a:ext>
            </a:extLst>
          </p:cNvPr>
          <p:cNvSpPr txBox="1"/>
          <p:nvPr/>
        </p:nvSpPr>
        <p:spPr>
          <a:xfrm>
            <a:off x="557180" y="1083733"/>
            <a:ext cx="22317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Erik-Jan</a:t>
            </a:r>
          </a:p>
          <a:p>
            <a:r>
              <a:rPr lang="en-US" sz="1600" dirty="0">
                <a:latin typeface="Fira Sans" panose="020B0503050000020004" pitchFamily="34" charset="0"/>
                <a:hlinkClick r:id="rId2"/>
              </a:rPr>
              <a:t>e.vankesteren1@uu.nl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C4645C-2A7D-D8A9-29F7-C7CFC93954E2}"/>
              </a:ext>
            </a:extLst>
          </p:cNvPr>
          <p:cNvSpPr txBox="1"/>
          <p:nvPr/>
        </p:nvSpPr>
        <p:spPr>
          <a:xfrm>
            <a:off x="4785019" y="1083733"/>
            <a:ext cx="1838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Daniel</a:t>
            </a:r>
          </a:p>
          <a:p>
            <a:r>
              <a:rPr lang="en-US" sz="1600" dirty="0">
                <a:latin typeface="Fira Sans" panose="020B0503050000020004" pitchFamily="34" charset="0"/>
                <a:hlinkClick r:id="rId3"/>
              </a:rPr>
              <a:t>d.l.oberski@uu.nl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A76F81-2A96-1E38-CFA3-584355BFE35A}"/>
              </a:ext>
            </a:extLst>
          </p:cNvPr>
          <p:cNvSpPr txBox="1"/>
          <p:nvPr/>
        </p:nvSpPr>
        <p:spPr>
          <a:xfrm>
            <a:off x="2771598" y="3822129"/>
            <a:ext cx="17796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Jelle</a:t>
            </a:r>
          </a:p>
          <a:p>
            <a:r>
              <a:rPr lang="en-US" sz="1600" dirty="0">
                <a:latin typeface="Fira Sans" panose="020B0503050000020004" pitchFamily="34" charset="0"/>
                <a:hlinkClick r:id="rId4"/>
              </a:rPr>
              <a:t>j.j.teijema@uu.nl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1C87C8-6004-715C-6F81-6D91F084D2D0}"/>
              </a:ext>
            </a:extLst>
          </p:cNvPr>
          <p:cNvSpPr txBox="1"/>
          <p:nvPr/>
        </p:nvSpPr>
        <p:spPr>
          <a:xfrm>
            <a:off x="2771598" y="1083733"/>
            <a:ext cx="17299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Ayoub</a:t>
            </a:r>
          </a:p>
          <a:p>
            <a:r>
              <a:rPr lang="en-US" sz="1600" dirty="0">
                <a:latin typeface="Fira Sans" panose="020B0503050000020004" pitchFamily="34" charset="0"/>
                <a:hlinkClick r:id="rId5"/>
              </a:rPr>
              <a:t>a.bagheri@uu.nl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0BA69B-C664-1F67-63D1-5BB51AAF26E0}"/>
              </a:ext>
            </a:extLst>
          </p:cNvPr>
          <p:cNvSpPr txBox="1"/>
          <p:nvPr/>
        </p:nvSpPr>
        <p:spPr>
          <a:xfrm>
            <a:off x="6772221" y="3825857"/>
            <a:ext cx="247375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Mahdi</a:t>
            </a:r>
          </a:p>
          <a:p>
            <a:r>
              <a:rPr lang="en-US" sz="1400" dirty="0">
                <a:latin typeface="Fira Sans" panose="020B0503050000020004" pitchFamily="34" charset="0"/>
                <a:hlinkClick r:id="rId6"/>
              </a:rPr>
              <a:t>m.shafieekamalabad@uu.nl</a:t>
            </a:r>
            <a:endParaRPr lang="en-US" sz="1400" dirty="0">
              <a:latin typeface="Fira Sans" panose="020B05030500000200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A2132F-6E4A-1480-1AE7-2349AB050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019" y="1789472"/>
            <a:ext cx="1461670" cy="176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>
            <a:extLst>
              <a:ext uri="{FF2B5EF4-FFF2-40B4-BE49-F238E27FC236}">
                <a16:creationId xmlns:a16="http://schemas.microsoft.com/office/drawing/2014/main" id="{BBE0C1AA-FC21-150F-F0B5-3F13103D82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50" b="16750"/>
          <a:stretch/>
        </p:blipFill>
        <p:spPr bwMode="auto">
          <a:xfrm>
            <a:off x="651778" y="1834139"/>
            <a:ext cx="1714057" cy="171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2E01320-DB6F-80C1-9F5E-3B3F91CF8F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6" r="10286"/>
          <a:stretch/>
        </p:blipFill>
        <p:spPr bwMode="auto">
          <a:xfrm>
            <a:off x="6884529" y="4547355"/>
            <a:ext cx="1645150" cy="164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9C63331A-6860-ADDC-6442-6EE7381E3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849" y="4555772"/>
            <a:ext cx="1645151" cy="164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44E381D-AE17-47FC-DBA2-638B6E2A9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60" y="-19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&amp;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Behavioural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Science team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63CA2-79B0-616D-481E-5E8910642E65}"/>
              </a:ext>
            </a:extLst>
          </p:cNvPr>
          <p:cNvSpPr txBox="1"/>
          <p:nvPr/>
        </p:nvSpPr>
        <p:spPr>
          <a:xfrm>
            <a:off x="651778" y="3798225"/>
            <a:ext cx="20649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Elena</a:t>
            </a:r>
          </a:p>
          <a:p>
            <a:r>
              <a:rPr lang="en-US" sz="1600" dirty="0">
                <a:latin typeface="Fira Sans" panose="020B0503050000020004" pitchFamily="34" charset="0"/>
                <a:hlinkClick r:id="rId11"/>
              </a:rPr>
              <a:t>e.candellone@uu.nl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F5107F-6629-0880-47F7-7CDABB1E8F3E}"/>
              </a:ext>
            </a:extLst>
          </p:cNvPr>
          <p:cNvSpPr txBox="1"/>
          <p:nvPr/>
        </p:nvSpPr>
        <p:spPr>
          <a:xfrm>
            <a:off x="4818547" y="3802974"/>
            <a:ext cx="15472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Özgür </a:t>
            </a:r>
          </a:p>
          <a:p>
            <a:r>
              <a:rPr lang="en-US" sz="1600" dirty="0">
                <a:latin typeface="Fira Sans" panose="020B0503050000020004" pitchFamily="34" charset="0"/>
                <a:hlinkClick r:id="rId12"/>
              </a:rPr>
              <a:t>o.togay@uu.nl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4D528293-6FF2-C4C9-0ACA-8C6D0FC13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861689" y="4555772"/>
            <a:ext cx="1645151" cy="164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25191DB-E0B8-490E-273A-EB5D9C3AF2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99"/>
          <a:stretch/>
        </p:blipFill>
        <p:spPr bwMode="auto">
          <a:xfrm>
            <a:off x="706853" y="4544957"/>
            <a:ext cx="1453663" cy="164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74151DAE-9F1C-965B-709F-6FB360F87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451" y="1834139"/>
            <a:ext cx="1538256" cy="171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CEE8F63-73EE-5A14-7860-BB197030D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048" y="1789472"/>
            <a:ext cx="1758724" cy="175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0E22C3-E3B9-2B5B-EEF4-3744867B2BC3}"/>
              </a:ext>
            </a:extLst>
          </p:cNvPr>
          <p:cNvSpPr txBox="1"/>
          <p:nvPr/>
        </p:nvSpPr>
        <p:spPr>
          <a:xfrm>
            <a:off x="6550178" y="1081586"/>
            <a:ext cx="2492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Timo</a:t>
            </a:r>
          </a:p>
          <a:p>
            <a:r>
              <a:rPr lang="en-US" sz="1600" dirty="0">
                <a:latin typeface="Fira Sans" panose="020B0503050000020004" pitchFamily="34" charset="0"/>
                <a:hlinkClick r:id="rId17"/>
              </a:rPr>
              <a:t>timo_kuil@hotmail.com</a:t>
            </a:r>
            <a:endParaRPr lang="en-US" sz="1600" dirty="0">
              <a:latin typeface="Fira Sans" panose="020B05030500000200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784CACD-67C7-FBEB-C362-F20C5DB2D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68" y="1789472"/>
            <a:ext cx="1740351" cy="174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DB7422-A1D1-E597-4F3E-DE4894321176}"/>
              </a:ext>
            </a:extLst>
          </p:cNvPr>
          <p:cNvSpPr txBox="1"/>
          <p:nvPr/>
        </p:nvSpPr>
        <p:spPr>
          <a:xfrm>
            <a:off x="8939800" y="1079439"/>
            <a:ext cx="2036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Hanne</a:t>
            </a:r>
          </a:p>
          <a:p>
            <a:r>
              <a:rPr lang="en-US" sz="1600" dirty="0">
                <a:latin typeface="Fira Sans" panose="020B0503050000020004" pitchFamily="34" charset="0"/>
                <a:hlinkClick r:id="rId19"/>
              </a:rPr>
              <a:t>h.i.oberman@uu.nl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E5E25F3-EE47-F359-4CAE-51D5DE76C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0402" y="4544909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CA807D-D299-4680-DBBC-E009E36AB324}"/>
              </a:ext>
            </a:extLst>
          </p:cNvPr>
          <p:cNvSpPr txBox="1"/>
          <p:nvPr/>
        </p:nvSpPr>
        <p:spPr>
          <a:xfrm>
            <a:off x="9269500" y="3757043"/>
            <a:ext cx="17908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Thom</a:t>
            </a:r>
          </a:p>
          <a:p>
            <a:r>
              <a:rPr lang="en-US" sz="1600" dirty="0">
                <a:latin typeface="Fira Sans" panose="020B0503050000020004" pitchFamily="34" charset="0"/>
                <a:hlinkClick r:id="rId21"/>
              </a:rPr>
              <a:t>t.b.volker@uu.nl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19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9C55-34D9-482F-BBFF-61B54E82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DD480-0341-4559-8FD9-6D53A7A87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GB" sz="3400" dirty="0"/>
          </a:p>
          <a:p>
            <a:pPr marL="514350" indent="-514350">
              <a:buFont typeface="+mj-lt"/>
              <a:buAutoNum type="arabicPeriod"/>
            </a:pPr>
            <a:r>
              <a:rPr lang="en-GB" sz="3400" dirty="0"/>
              <a:t>Data preparation 1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400" dirty="0"/>
              <a:t>Data preparation 2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400" b="1" dirty="0"/>
              <a:t>Data visualization principles &amp; Grammar of graphics</a:t>
            </a:r>
          </a:p>
          <a:p>
            <a:pPr marL="0" indent="0">
              <a:buNone/>
            </a:pPr>
            <a:endParaRPr lang="en-GB" sz="3400" dirty="0"/>
          </a:p>
          <a:p>
            <a:pPr marL="514350" indent="-514350">
              <a:buFont typeface="+mj-lt"/>
              <a:buAutoNum type="arabicPeriod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2592261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166E-51CC-4BF1-96C6-58186676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materials for 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58F44-8295-44CF-84A8-4A42669FA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99484" cy="4351338"/>
          </a:xfrm>
        </p:spPr>
        <p:txBody>
          <a:bodyPr>
            <a:normAutofit/>
          </a:bodyPr>
          <a:lstStyle/>
          <a:p>
            <a:r>
              <a:rPr lang="en-US" dirty="0"/>
              <a:t>Chapters from </a:t>
            </a:r>
            <a:r>
              <a:rPr lang="en-US" b="1" dirty="0"/>
              <a:t>R for Data Science (R4DS), open access book at:</a:t>
            </a:r>
          </a:p>
          <a:p>
            <a:r>
              <a:rPr lang="en-GB" dirty="0">
                <a:hlinkClick r:id="rId2"/>
              </a:rPr>
              <a:t>https://r4ds.had.co.nz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 err="1"/>
              <a:t>Chapters:</a:t>
            </a:r>
            <a:r>
              <a:rPr lang="en-GB" dirty="0"/>
              <a:t> 1,3,9,10.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C459E0-1F98-45CF-83FC-D762700F2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17617" y="1825624"/>
            <a:ext cx="2900892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54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7E6C0330-0594-4E4B-ABD8-CF6E9B58E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4575"/>
            <a:ext cx="12192000" cy="581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531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F3C67424-DDCC-5B4E-9DA4-AB08E553F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666"/>
            <a:ext cx="9179063" cy="6871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368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2924-5681-42CB-B4E0-7327958D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Today: visualization principles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638680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572C2-89DD-46EF-93BF-9EB3821F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6B959-D62C-4C5E-B94E-294DC4AB0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For exploration, data analysis ←</a:t>
            </a:r>
          </a:p>
          <a:p>
            <a:r>
              <a:rPr lang="en-US" dirty="0"/>
              <a:t>For communication</a:t>
            </a:r>
          </a:p>
          <a:p>
            <a:r>
              <a:rPr lang="en-US" dirty="0"/>
              <a:t>For entertainment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8701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A9CFB-8AF9-9C4A-952F-812304A9C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65125"/>
            <a:ext cx="5257800" cy="1325563"/>
          </a:xfrm>
        </p:spPr>
        <p:txBody>
          <a:bodyPr/>
          <a:lstStyle/>
          <a:p>
            <a:r>
              <a:rPr lang="en-US" dirty="0"/>
              <a:t>Anscombe’s quartet</a:t>
            </a:r>
          </a:p>
        </p:txBody>
      </p:sp>
      <p:pic>
        <p:nvPicPr>
          <p:cNvPr id="7" name="Content Placeholder 6" descr="Chart, scatter chart&#10;&#10;Description automatically generated">
            <a:extLst>
              <a:ext uri="{FF2B5EF4-FFF2-40B4-BE49-F238E27FC236}">
                <a16:creationId xmlns:a16="http://schemas.microsoft.com/office/drawing/2014/main" id="{2124949B-B378-EF40-9BE8-9B6E72188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096000" cy="5877113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FCC38C1-4EEF-CE41-8B24-4A17EDA7FC36}"/>
              </a:ext>
            </a:extLst>
          </p:cNvPr>
          <p:cNvSpPr/>
          <p:nvPr/>
        </p:nvSpPr>
        <p:spPr>
          <a:xfrm>
            <a:off x="6096000" y="5507780"/>
            <a:ext cx="2128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Source: Healy (2019)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106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69D3F0-09C9-7D4C-8A79-9F5DF4CF7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7615003" cy="68684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5E975F-07E8-EF49-90B0-13B50BB861F7}"/>
              </a:ext>
            </a:extLst>
          </p:cNvPr>
          <p:cNvSpPr/>
          <p:nvPr/>
        </p:nvSpPr>
        <p:spPr>
          <a:xfrm>
            <a:off x="10063084" y="6488668"/>
            <a:ext cx="2128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Source: Healy (2019)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794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820F4-72B6-4011-AF33-1B278828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Graphics for data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392281-1F3B-4577-B800-260BE7E680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human retina </a:t>
                </a:r>
                <a:r>
                  <a:rPr lang="en-US" dirty="0"/>
                  <a:t>can transfer around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dirty="0"/>
                  <a:t> bits per second to the brain;</a:t>
                </a:r>
              </a:p>
              <a:p>
                <a:r>
                  <a:rPr lang="en-US" b="1" dirty="0"/>
                  <a:t>Reading</a:t>
                </a:r>
                <a:r>
                  <a:rPr lang="en-US" dirty="0"/>
                  <a:t> transfers about 3 words, so 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bits/s;</a:t>
                </a:r>
              </a:p>
              <a:p>
                <a:r>
                  <a:rPr lang="en-US" dirty="0"/>
                  <a:t>Potentially (!) visualization is about 4 orders of magnitude more powerful.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How can we leverage the human visual system to analyze data?</a:t>
                </a:r>
                <a:endParaRPr lang="en-GB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392281-1F3B-4577-B800-260BE7E680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24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7483D-87CE-1540-A3A8-70533A8D9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the right 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32922-D14A-0048-84A9-DB19B131D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Most common problems:</a:t>
            </a:r>
          </a:p>
          <a:p>
            <a:endParaRPr lang="en-US" dirty="0"/>
          </a:p>
          <a:p>
            <a:r>
              <a:rPr lang="en-US" dirty="0"/>
              <a:t>(Accidentally) misrepresenting what is being plotted</a:t>
            </a:r>
          </a:p>
          <a:p>
            <a:r>
              <a:rPr lang="en-US" dirty="0"/>
              <a:t>Omitting baselines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703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99A479-5A22-6149-8F3B-4B129D85D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344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0B04FE-6411-1D4A-926E-DF27D0F0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3F3711-D91F-3049-86D9-0EA659BA66ED}"/>
              </a:ext>
            </a:extLst>
          </p:cNvPr>
          <p:cNvSpPr/>
          <p:nvPr/>
        </p:nvSpPr>
        <p:spPr>
          <a:xfrm>
            <a:off x="10063084" y="6488668"/>
            <a:ext cx="2128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Source: Healy (2019)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67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12ED1-96DC-8A4A-B23E-915AADA13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9089E-3ABF-8949-B6CA-7F3A52953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A6DE8B-3DC7-AA4E-94E1-27DD267CF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03370" cy="68471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113C7B-98CB-8540-9B33-864897CC6706}"/>
              </a:ext>
            </a:extLst>
          </p:cNvPr>
          <p:cNvSpPr/>
          <p:nvPr/>
        </p:nvSpPr>
        <p:spPr>
          <a:xfrm>
            <a:off x="10063084" y="6488668"/>
            <a:ext cx="2128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Source: Healy (2019)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30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50368-CE27-7E45-8E85-C546F601C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D1A51-EF71-7542-A699-E408C5434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1C5F00-9796-CE41-A625-7A9F7B8C8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160"/>
            <a:ext cx="12192000" cy="626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09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5A9D1-B5FC-1743-8687-3F1DB2B45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BFA13-9F0C-024A-987B-327C1E38F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 descr="Chart showing that death rates have climbed far above historical averages in many countries that have faced Covid-19 outbreaks ">
            <a:extLst>
              <a:ext uri="{FF2B5EF4-FFF2-40B4-BE49-F238E27FC236}">
                <a16:creationId xmlns:a16="http://schemas.microsoft.com/office/drawing/2014/main" id="{B24F0C50-6883-CD40-ACB3-856BAB409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99030" cy="1169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B737E8-78BC-3F48-9D94-28063B3C5A0C}"/>
              </a:ext>
            </a:extLst>
          </p:cNvPr>
          <p:cNvSpPr/>
          <p:nvPr/>
        </p:nvSpPr>
        <p:spPr>
          <a:xfrm>
            <a:off x="9099029" y="6211669"/>
            <a:ext cx="37925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https://www.ft.com/content/a2901ce8-5eb7-4633-b89c-cbdf5b386938</a:t>
            </a:r>
            <a:r>
              <a:rPr lang="en-US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D18FBB-B380-2A4A-9703-135DFCF8281F}"/>
              </a:ext>
            </a:extLst>
          </p:cNvPr>
          <p:cNvSpPr/>
          <p:nvPr/>
        </p:nvSpPr>
        <p:spPr>
          <a:xfrm>
            <a:off x="9099029" y="151382"/>
            <a:ext cx="29283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Good example (FT)</a:t>
            </a:r>
          </a:p>
        </p:txBody>
      </p:sp>
    </p:spTree>
    <p:extLst>
      <p:ext uri="{BB962C8B-B14F-4D97-AF65-F5344CB8AC3E}">
        <p14:creationId xmlns:p14="http://schemas.microsoft.com/office/powerpoint/2010/main" val="2653857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F17A9-280D-F741-BD3C-CB862E30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72C67-36F3-BE44-BC3E-BEE1FAB59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mage for post">
            <a:extLst>
              <a:ext uri="{FF2B5EF4-FFF2-40B4-BE49-F238E27FC236}">
                <a16:creationId xmlns:a16="http://schemas.microsoft.com/office/drawing/2014/main" id="{C15BF68B-AE07-124D-9715-F68022F5D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113" y="0"/>
            <a:ext cx="6326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236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8" descr="Live-updating proportional symbol map of Europe showing the cumulative death toll from Covid-19 by country. Data updated daily.">
            <a:extLst>
              <a:ext uri="{FF2B5EF4-FFF2-40B4-BE49-F238E27FC236}">
                <a16:creationId xmlns:a16="http://schemas.microsoft.com/office/drawing/2014/main" id="{230FB0C5-7E7F-0F4A-8348-AD0EA57C6B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A10BAA-0085-1944-8188-73717E9C0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97"/>
            <a:ext cx="822536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836F937-F37D-6E4B-BBAD-75E3E1B374AA}"/>
              </a:ext>
            </a:extLst>
          </p:cNvPr>
          <p:cNvSpPr/>
          <p:nvPr/>
        </p:nvSpPr>
        <p:spPr>
          <a:xfrm>
            <a:off x="8399489" y="6211669"/>
            <a:ext cx="37925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https://www.ft.com/content/a2901ce8-5eb7-4633-b89c-cbdf5b386938</a:t>
            </a:r>
            <a:r>
              <a:rPr lang="en-US" dirty="0"/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28117D-FAB4-184D-8483-D81EEB46CEA1}"/>
              </a:ext>
            </a:extLst>
          </p:cNvPr>
          <p:cNvSpPr/>
          <p:nvPr/>
        </p:nvSpPr>
        <p:spPr>
          <a:xfrm>
            <a:off x="8399489" y="339088"/>
            <a:ext cx="32560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Missing a baseline…?</a:t>
            </a:r>
          </a:p>
        </p:txBody>
      </p:sp>
    </p:spTree>
    <p:extLst>
      <p:ext uri="{BB962C8B-B14F-4D97-AF65-F5344CB8AC3E}">
        <p14:creationId xmlns:p14="http://schemas.microsoft.com/office/powerpoint/2010/main" val="864908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0" descr="Maps To Symbol – Tip12h.com">
            <a:extLst>
              <a:ext uri="{FF2B5EF4-FFF2-40B4-BE49-F238E27FC236}">
                <a16:creationId xmlns:a16="http://schemas.microsoft.com/office/drawing/2014/main" id="{8BF12EB2-8FC2-E94C-9962-C6348F344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930" y="200025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aps To Symbol – Tip12h.com">
            <a:extLst>
              <a:ext uri="{FF2B5EF4-FFF2-40B4-BE49-F238E27FC236}">
                <a16:creationId xmlns:a16="http://schemas.microsoft.com/office/drawing/2014/main" id="{AED7D628-6FC6-4248-9C7E-412659B2B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043" y="200025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Remake of the Factfulness Bubble Chart with Python and Plotly | by Ceren  Iyim | Towards Data Science">
            <a:extLst>
              <a:ext uri="{FF2B5EF4-FFF2-40B4-BE49-F238E27FC236}">
                <a16:creationId xmlns:a16="http://schemas.microsoft.com/office/drawing/2014/main" id="{5E93F004-40ED-094D-A273-CB1DC5F21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998" y="2319579"/>
            <a:ext cx="3943068" cy="2218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ummary of lifespan data. | Download Table">
            <a:extLst>
              <a:ext uri="{FF2B5EF4-FFF2-40B4-BE49-F238E27FC236}">
                <a16:creationId xmlns:a16="http://schemas.microsoft.com/office/drawing/2014/main" id="{4D75C1FC-B43A-0544-8C4E-941725953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98782" y="2576858"/>
            <a:ext cx="3758456" cy="1704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rain Cartoon Character Images, Stock Photos &amp;amp; Vectors | Shutterstock">
            <a:extLst>
              <a:ext uri="{FF2B5EF4-FFF2-40B4-BE49-F238E27FC236}">
                <a16:creationId xmlns:a16="http://schemas.microsoft.com/office/drawing/2014/main" id="{5A84DBD1-1B70-9F41-B303-C5F66D895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6477" y="2246796"/>
            <a:ext cx="2195523" cy="236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FB4655-9E0E-604C-AE3E-BF17D88DA6A1}"/>
              </a:ext>
            </a:extLst>
          </p:cNvPr>
          <p:cNvSpPr txBox="1"/>
          <p:nvPr/>
        </p:nvSpPr>
        <p:spPr>
          <a:xfrm>
            <a:off x="1222513" y="944218"/>
            <a:ext cx="981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1113E-BF08-5943-AA97-1EE4958408B9}"/>
              </a:ext>
            </a:extLst>
          </p:cNvPr>
          <p:cNvSpPr txBox="1"/>
          <p:nvPr/>
        </p:nvSpPr>
        <p:spPr>
          <a:xfrm>
            <a:off x="5657139" y="944218"/>
            <a:ext cx="1385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Picture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76E1AD-5D1F-B443-AABB-CB14A1730FF5}"/>
              </a:ext>
            </a:extLst>
          </p:cNvPr>
          <p:cNvSpPr txBox="1"/>
          <p:nvPr/>
        </p:nvSpPr>
        <p:spPr>
          <a:xfrm>
            <a:off x="10495722" y="944218"/>
            <a:ext cx="1074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Brain</a:t>
            </a:r>
          </a:p>
        </p:txBody>
      </p:sp>
    </p:spTree>
    <p:extLst>
      <p:ext uri="{BB962C8B-B14F-4D97-AF65-F5344CB8AC3E}">
        <p14:creationId xmlns:p14="http://schemas.microsoft.com/office/powerpoint/2010/main" val="3750999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ADC680E-8268-4141-B75C-70119C401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16589"/>
            <a:ext cx="12165131" cy="202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063555-2388-524D-8CDC-44334482F240}"/>
              </a:ext>
            </a:extLst>
          </p:cNvPr>
          <p:cNvSpPr txBox="1"/>
          <p:nvPr/>
        </p:nvSpPr>
        <p:spPr>
          <a:xfrm>
            <a:off x="3207425" y="6390861"/>
            <a:ext cx="8984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b="1" dirty="0"/>
              <a:t>Michael Friendly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http://euclid.psych.yorku.ca/www/psy6135/#Graphical_Perception</a:t>
            </a:r>
            <a:r>
              <a:rPr lang="en-US" dirty="0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4075BC4-93BF-034E-BDC7-D19B17B65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16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196BE-8CCD-42BD-B2FF-6FA8BA527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pictures that help analyze 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DD2EA-71A2-46AD-A22D-AD5D29183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We’d like to make, not just any kind of picture or graph, but one that transfers some part of the data to our brain</a:t>
            </a:r>
          </a:p>
          <a:p>
            <a:r>
              <a:rPr lang="en-US" dirty="0"/>
              <a:t>How do we make sure that the graphs we make transfer:</a:t>
            </a:r>
          </a:p>
          <a:p>
            <a:pPr lvl="1"/>
            <a:r>
              <a:rPr lang="en-US" dirty="0"/>
              <a:t>The right part of the data, and;</a:t>
            </a:r>
          </a:p>
          <a:p>
            <a:pPr lvl="1"/>
            <a:r>
              <a:rPr lang="en-US" dirty="0"/>
              <a:t>As much of it as possible?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where the </a:t>
            </a:r>
            <a:r>
              <a:rPr lang="en-US" b="1" dirty="0"/>
              <a:t>“grammar of graphics” </a:t>
            </a:r>
            <a:r>
              <a:rPr lang="en-US" dirty="0"/>
              <a:t>comes in.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Goal is to </a:t>
            </a:r>
            <a:r>
              <a:rPr lang="en-US" b="1" dirty="0"/>
              <a:t>specify how data map to picture</a:t>
            </a:r>
            <a:r>
              <a:rPr lang="en-US" dirty="0"/>
              <a:t>, so the correct type and largest amount possible is transferred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1753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119A3-5F1A-42CA-AE29-813101DB1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Grammar of graphics (Wickham version)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FEF0-AE7A-4B20-B0EA-CC2D3741A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hlinkClick r:id="rId2"/>
              </a:rPr>
              <a:t>http://r4ds.had.co.nz/visualize.html</a:t>
            </a:r>
            <a:r>
              <a:rPr lang="en-GB" dirty="0"/>
              <a:t> </a:t>
            </a:r>
          </a:p>
          <a:p>
            <a:r>
              <a:rPr lang="en-GB" dirty="0"/>
              <a:t>Map raw data to following elements:</a:t>
            </a:r>
          </a:p>
          <a:p>
            <a:pPr lvl="1"/>
            <a:r>
              <a:rPr lang="en-GB" dirty="0"/>
              <a:t>Aesthetics (position, shape, </a:t>
            </a:r>
            <a:r>
              <a:rPr lang="en-GB" dirty="0" err="1"/>
              <a:t>color</a:t>
            </a:r>
            <a:r>
              <a:rPr lang="en-GB" dirty="0"/>
              <a:t>, ...)</a:t>
            </a:r>
          </a:p>
          <a:p>
            <a:pPr lvl="1"/>
            <a:r>
              <a:rPr lang="en-GB" dirty="0"/>
              <a:t>Geometric objects (points, lines, bars, ...)</a:t>
            </a:r>
          </a:p>
          <a:p>
            <a:pPr lvl="1"/>
            <a:r>
              <a:rPr lang="en-GB" dirty="0"/>
              <a:t>Scales (continuous, discrete, ...)</a:t>
            </a:r>
          </a:p>
          <a:p>
            <a:pPr lvl="1"/>
            <a:r>
              <a:rPr lang="en-GB" dirty="0"/>
              <a:t>Facets (small multiples)</a:t>
            </a:r>
          </a:p>
          <a:p>
            <a:r>
              <a:rPr lang="en-GB" dirty="0"/>
              <a:t>Additionally, can apply:</a:t>
            </a:r>
          </a:p>
          <a:p>
            <a:pPr lvl="1"/>
            <a:r>
              <a:rPr lang="en-GB" dirty="0"/>
              <a:t>Statistical transformation (identity, binning, median, ...)</a:t>
            </a:r>
          </a:p>
          <a:p>
            <a:pPr lvl="1"/>
            <a:r>
              <a:rPr lang="en-GB" dirty="0"/>
              <a:t>Coordinate system (Cartesian, polar, parallel, ...</a:t>
            </a:r>
          </a:p>
        </p:txBody>
      </p:sp>
    </p:spTree>
    <p:extLst>
      <p:ext uri="{BB962C8B-B14F-4D97-AF65-F5344CB8AC3E}">
        <p14:creationId xmlns:p14="http://schemas.microsoft.com/office/powerpoint/2010/main" val="3912611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7328-EE3B-4660-B6F9-F2FE798A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Grammar of graphics (Wickham version)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16C68-6B3C-48BB-B27A-22F223CD2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67831"/>
            <a:ext cx="10515600" cy="922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</a:t>
            </a:r>
            <a:r>
              <a:rPr lang="en-US" dirty="0">
                <a:latin typeface="Consolas" panose="020B0609020204030204" pitchFamily="49" charset="0"/>
              </a:rPr>
              <a:t>R</a:t>
            </a:r>
            <a:r>
              <a:rPr lang="en-US" dirty="0"/>
              <a:t>, grammar of graphics is implemented in </a:t>
            </a:r>
            <a:r>
              <a:rPr lang="en-US" dirty="0" err="1">
                <a:latin typeface="Consolas" panose="020B0609020204030204" pitchFamily="49" charset="0"/>
              </a:rPr>
              <a:t>ggplot</a:t>
            </a:r>
            <a:r>
              <a:rPr lang="en-US" dirty="0"/>
              <a:t>, a function in the </a:t>
            </a:r>
            <a:r>
              <a:rPr lang="en-US" dirty="0">
                <a:latin typeface="Consolas" panose="020B0609020204030204" pitchFamily="49" charset="0"/>
              </a:rPr>
              <a:t>ggplot2</a:t>
            </a:r>
            <a:r>
              <a:rPr lang="en-US" dirty="0"/>
              <a:t> package.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9805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487B2-16C8-457A-97DE-82721CB93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data set: cars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84459B0C-3947-4075-BA7B-967A6FAFCB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13930"/>
            <a:ext cx="10515600" cy="2974727"/>
          </a:xfrm>
        </p:spPr>
      </p:pic>
    </p:spTree>
    <p:extLst>
      <p:ext uri="{BB962C8B-B14F-4D97-AF65-F5344CB8AC3E}">
        <p14:creationId xmlns:p14="http://schemas.microsoft.com/office/powerpoint/2010/main" val="2531904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72B0FAA9-B7F0-4E59-ADD4-89A241028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809" y="1825625"/>
            <a:ext cx="7024382" cy="435133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E57456-EC75-4F0F-8A03-7A180178D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923" y="365126"/>
            <a:ext cx="10158153" cy="1297420"/>
          </a:xfrm>
        </p:spPr>
        <p:txBody>
          <a:bodyPr>
            <a:normAutofit fontScale="90000"/>
          </a:bodyPr>
          <a:lstStyle/>
          <a:p>
            <a:r>
              <a:rPr lang="en-GB" sz="3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ggplot</a:t>
            </a:r>
            <a:r>
              <a:rPr lang="en-GB" sz="3200" dirty="0">
                <a:latin typeface="Consolas" panose="020B0609020204030204" pitchFamily="49" charset="0"/>
              </a:rPr>
              <a:t>(</a:t>
            </a:r>
            <a:r>
              <a:rPr lang="en-GB" sz="3200" dirty="0">
                <a:solidFill>
                  <a:srgbClr val="FF0000"/>
                </a:solidFill>
                <a:latin typeface="Consolas" panose="020B0609020204030204" pitchFamily="49" charset="0"/>
              </a:rPr>
              <a:t>data</a:t>
            </a:r>
            <a:r>
              <a:rPr lang="en-GB" sz="3200" dirty="0">
                <a:latin typeface="Consolas" panose="020B0609020204030204" pitchFamily="49" charset="0"/>
              </a:rPr>
              <a:t> = mpg) </a:t>
            </a:r>
            <a:r>
              <a:rPr lang="en-GB" sz="3200" dirty="0">
                <a:solidFill>
                  <a:schemeClr val="accent1"/>
                </a:solidFill>
                <a:latin typeface="Consolas" panose="020B0609020204030204" pitchFamily="49" charset="0"/>
              </a:rPr>
              <a:t>+</a:t>
            </a:r>
            <a:r>
              <a:rPr lang="en-GB" sz="3200" dirty="0">
                <a:latin typeface="Consolas" panose="020B0609020204030204" pitchFamily="49" charset="0"/>
              </a:rPr>
              <a:t> </a:t>
            </a:r>
            <a:br>
              <a:rPr lang="en-GB" sz="3200" dirty="0">
                <a:latin typeface="Consolas" panose="020B0609020204030204" pitchFamily="49" charset="0"/>
              </a:rPr>
            </a:br>
            <a:r>
              <a:rPr lang="en-GB" sz="3200" dirty="0">
                <a:latin typeface="Consolas" panose="020B0609020204030204" pitchFamily="49" charset="0"/>
              </a:rPr>
              <a:t>  </a:t>
            </a:r>
            <a:r>
              <a:rPr lang="en-GB" sz="3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geom_point</a:t>
            </a:r>
            <a:r>
              <a:rPr lang="en-GB" sz="3200" dirty="0">
                <a:latin typeface="Consolas" panose="020B0609020204030204" pitchFamily="49" charset="0"/>
              </a:rPr>
              <a:t>(</a:t>
            </a:r>
            <a:r>
              <a:rPr lang="en-GB" sz="3200" dirty="0">
                <a:solidFill>
                  <a:srgbClr val="FF0000"/>
                </a:solidFill>
                <a:latin typeface="Consolas" panose="020B0609020204030204" pitchFamily="49" charset="0"/>
              </a:rPr>
              <a:t>mapping</a:t>
            </a:r>
            <a:r>
              <a:rPr lang="en-GB" sz="3200" dirty="0">
                <a:latin typeface="Consolas" panose="020B0609020204030204" pitchFamily="49" charset="0"/>
              </a:rPr>
              <a:t> = </a:t>
            </a:r>
            <a:r>
              <a:rPr lang="en-GB" sz="3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aes</a:t>
            </a:r>
            <a:r>
              <a:rPr lang="en-GB" sz="3200" dirty="0">
                <a:latin typeface="Consolas" panose="020B0609020204030204" pitchFamily="49" charset="0"/>
              </a:rPr>
              <a:t>(</a:t>
            </a:r>
            <a:r>
              <a:rPr lang="en-GB" sz="32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GB" sz="3200" dirty="0">
                <a:latin typeface="Consolas" panose="020B0609020204030204" pitchFamily="49" charset="0"/>
              </a:rPr>
              <a:t> = </a:t>
            </a:r>
            <a:r>
              <a:rPr lang="en-GB" sz="3200" dirty="0" err="1">
                <a:latin typeface="Consolas" panose="020B0609020204030204" pitchFamily="49" charset="0"/>
              </a:rPr>
              <a:t>displ</a:t>
            </a:r>
            <a:r>
              <a:rPr lang="en-GB" sz="3200" dirty="0">
                <a:latin typeface="Consolas" panose="020B0609020204030204" pitchFamily="49" charset="0"/>
              </a:rPr>
              <a:t>, </a:t>
            </a:r>
            <a:r>
              <a:rPr lang="en-GB" sz="3200" dirty="0">
                <a:solidFill>
                  <a:srgbClr val="FF0000"/>
                </a:solidFill>
                <a:latin typeface="Consolas" panose="020B0609020204030204" pitchFamily="49" charset="0"/>
              </a:rPr>
              <a:t>y</a:t>
            </a:r>
            <a:r>
              <a:rPr lang="en-GB" sz="3200" dirty="0">
                <a:latin typeface="Consolas" panose="020B0609020204030204" pitchFamily="49" charset="0"/>
              </a:rPr>
              <a:t> = </a:t>
            </a:r>
            <a:r>
              <a:rPr lang="en-GB" sz="3200" dirty="0" err="1">
                <a:latin typeface="Consolas" panose="020B0609020204030204" pitchFamily="49" charset="0"/>
              </a:rPr>
              <a:t>hwy</a:t>
            </a:r>
            <a:r>
              <a:rPr lang="en-GB" sz="3200" dirty="0">
                <a:latin typeface="Consolas" panose="020B0609020204030204" pitchFamily="49" charset="0"/>
              </a:rPr>
              <a:t>, </a:t>
            </a:r>
            <a:br>
              <a:rPr lang="en-GB" sz="3200" dirty="0">
                <a:latin typeface="Consolas" panose="020B0609020204030204" pitchFamily="49" charset="0"/>
              </a:rPr>
            </a:br>
            <a:r>
              <a:rPr lang="en-GB" sz="3200" dirty="0">
                <a:latin typeface="Consolas" panose="020B0609020204030204" pitchFamily="49" charset="0"/>
              </a:rPr>
              <a:t>                           </a:t>
            </a:r>
            <a:r>
              <a:rPr lang="en-GB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3200" dirty="0">
                <a:latin typeface="Consolas" panose="020B0609020204030204" pitchFamily="49" charset="0"/>
              </a:rPr>
              <a:t> = class))</a:t>
            </a:r>
          </a:p>
        </p:txBody>
      </p:sp>
    </p:spTree>
    <p:extLst>
      <p:ext uri="{BB962C8B-B14F-4D97-AF65-F5344CB8AC3E}">
        <p14:creationId xmlns:p14="http://schemas.microsoft.com/office/powerpoint/2010/main" val="923941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90BE157-B5CA-4E0B-9CA0-D54962176D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164029"/>
            <a:ext cx="5931807" cy="36745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E57456-EC75-4F0F-8A03-7A180178D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923" y="365126"/>
            <a:ext cx="10158153" cy="1297420"/>
          </a:xfrm>
        </p:spPr>
        <p:txBody>
          <a:bodyPr>
            <a:normAutofit fontScale="90000"/>
          </a:bodyPr>
          <a:lstStyle/>
          <a:p>
            <a:r>
              <a:rPr lang="en-GB" sz="3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ggplot</a:t>
            </a:r>
            <a:r>
              <a:rPr lang="en-GB" sz="3200" dirty="0">
                <a:latin typeface="Consolas" panose="020B0609020204030204" pitchFamily="49" charset="0"/>
              </a:rPr>
              <a:t>(</a:t>
            </a:r>
            <a:r>
              <a:rPr lang="en-GB" sz="3200" dirty="0">
                <a:solidFill>
                  <a:srgbClr val="FF0000"/>
                </a:solidFill>
                <a:latin typeface="Consolas" panose="020B0609020204030204" pitchFamily="49" charset="0"/>
              </a:rPr>
              <a:t>data</a:t>
            </a:r>
            <a:r>
              <a:rPr lang="en-GB" sz="3200" dirty="0">
                <a:latin typeface="Consolas" panose="020B0609020204030204" pitchFamily="49" charset="0"/>
              </a:rPr>
              <a:t> = mpg) </a:t>
            </a:r>
            <a:r>
              <a:rPr lang="en-GB" sz="3200" dirty="0">
                <a:solidFill>
                  <a:schemeClr val="accent1"/>
                </a:solidFill>
                <a:latin typeface="Consolas" panose="020B0609020204030204" pitchFamily="49" charset="0"/>
              </a:rPr>
              <a:t>+</a:t>
            </a:r>
            <a:r>
              <a:rPr lang="en-GB" sz="3200" dirty="0">
                <a:latin typeface="Consolas" panose="020B0609020204030204" pitchFamily="49" charset="0"/>
              </a:rPr>
              <a:t> </a:t>
            </a:r>
            <a:br>
              <a:rPr lang="en-GB" sz="3200" dirty="0">
                <a:latin typeface="Consolas" panose="020B0609020204030204" pitchFamily="49" charset="0"/>
              </a:rPr>
            </a:br>
            <a:r>
              <a:rPr lang="en-GB" sz="3200" dirty="0">
                <a:latin typeface="Consolas" panose="020B0609020204030204" pitchFamily="49" charset="0"/>
              </a:rPr>
              <a:t>  </a:t>
            </a:r>
            <a:r>
              <a:rPr lang="en-GB" sz="3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geom_point</a:t>
            </a:r>
            <a:r>
              <a:rPr lang="en-GB" sz="3200" dirty="0">
                <a:latin typeface="Consolas" panose="020B0609020204030204" pitchFamily="49" charset="0"/>
              </a:rPr>
              <a:t>(</a:t>
            </a:r>
            <a:r>
              <a:rPr lang="en-GB" sz="3200" dirty="0">
                <a:solidFill>
                  <a:srgbClr val="FF0000"/>
                </a:solidFill>
                <a:latin typeface="Consolas" panose="020B0609020204030204" pitchFamily="49" charset="0"/>
              </a:rPr>
              <a:t>mapping</a:t>
            </a:r>
            <a:r>
              <a:rPr lang="en-GB" sz="3200" dirty="0">
                <a:latin typeface="Consolas" panose="020B0609020204030204" pitchFamily="49" charset="0"/>
              </a:rPr>
              <a:t> = </a:t>
            </a:r>
            <a:r>
              <a:rPr lang="en-GB" sz="3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aes</a:t>
            </a:r>
            <a:r>
              <a:rPr lang="en-GB" sz="3200" dirty="0">
                <a:latin typeface="Consolas" panose="020B0609020204030204" pitchFamily="49" charset="0"/>
              </a:rPr>
              <a:t>(</a:t>
            </a:r>
            <a:r>
              <a:rPr lang="en-GB" sz="32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GB" sz="3200" dirty="0">
                <a:latin typeface="Consolas" panose="020B0609020204030204" pitchFamily="49" charset="0"/>
              </a:rPr>
              <a:t> = </a:t>
            </a:r>
            <a:r>
              <a:rPr lang="en-GB" sz="3200" dirty="0" err="1">
                <a:latin typeface="Consolas" panose="020B0609020204030204" pitchFamily="49" charset="0"/>
              </a:rPr>
              <a:t>displ</a:t>
            </a:r>
            <a:r>
              <a:rPr lang="en-GB" sz="3200" dirty="0">
                <a:latin typeface="Consolas" panose="020B0609020204030204" pitchFamily="49" charset="0"/>
              </a:rPr>
              <a:t>, </a:t>
            </a:r>
            <a:r>
              <a:rPr lang="en-GB" sz="3200" dirty="0">
                <a:solidFill>
                  <a:srgbClr val="FF0000"/>
                </a:solidFill>
                <a:latin typeface="Consolas" panose="020B0609020204030204" pitchFamily="49" charset="0"/>
              </a:rPr>
              <a:t>y</a:t>
            </a:r>
            <a:r>
              <a:rPr lang="en-GB" sz="3200" dirty="0">
                <a:latin typeface="Consolas" panose="020B0609020204030204" pitchFamily="49" charset="0"/>
              </a:rPr>
              <a:t> = </a:t>
            </a:r>
            <a:r>
              <a:rPr lang="en-GB" sz="3200" dirty="0" err="1">
                <a:latin typeface="Consolas" panose="020B0609020204030204" pitchFamily="49" charset="0"/>
              </a:rPr>
              <a:t>hwy</a:t>
            </a:r>
            <a:r>
              <a:rPr lang="en-GB" sz="3200" dirty="0">
                <a:latin typeface="Consolas" panose="020B0609020204030204" pitchFamily="49" charset="0"/>
              </a:rPr>
              <a:t>, </a:t>
            </a:r>
            <a:br>
              <a:rPr lang="en-GB" sz="3200" dirty="0">
                <a:latin typeface="Consolas" panose="020B0609020204030204" pitchFamily="49" charset="0"/>
              </a:rPr>
            </a:br>
            <a:r>
              <a:rPr lang="en-GB" sz="3200" dirty="0">
                <a:latin typeface="Consolas" panose="020B0609020204030204" pitchFamily="49" charset="0"/>
              </a:rPr>
              <a:t>                           </a:t>
            </a:r>
            <a:r>
              <a:rPr lang="en-GB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3200" dirty="0">
                <a:latin typeface="Consolas" panose="020B0609020204030204" pitchFamily="49" charset="0"/>
              </a:rPr>
              <a:t> = class))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830DC-2404-49DE-95DC-FD717183D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Aesthetics:</a:t>
            </a:r>
          </a:p>
          <a:p>
            <a:pPr lvl="1"/>
            <a:r>
              <a:rPr lang="en-US" dirty="0"/>
              <a:t>x-position mapped to engine size</a:t>
            </a:r>
          </a:p>
          <a:p>
            <a:pPr lvl="1"/>
            <a:r>
              <a:rPr lang="en-US" dirty="0"/>
              <a:t>y-position mapped to fuel efficiency</a:t>
            </a:r>
          </a:p>
          <a:p>
            <a:pPr lvl="1"/>
            <a:r>
              <a:rPr lang="en-US" dirty="0"/>
              <a:t>color mapped to car type</a:t>
            </a:r>
          </a:p>
          <a:p>
            <a:r>
              <a:rPr lang="en-US" dirty="0"/>
              <a:t>Geometric objects: points</a:t>
            </a:r>
          </a:p>
          <a:p>
            <a:r>
              <a:rPr lang="en-US" dirty="0"/>
              <a:t>Transformation: identity</a:t>
            </a:r>
          </a:p>
          <a:p>
            <a:r>
              <a:rPr lang="en-US" dirty="0"/>
              <a:t>Scales: continuous, cartesian coordinates</a:t>
            </a:r>
          </a:p>
          <a:p>
            <a:r>
              <a:rPr lang="en-US" dirty="0"/>
              <a:t>No facets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998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D668-9CE0-4739-AFC4-E18A8D52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Facets</a:t>
            </a:r>
          </a:p>
        </p:txBody>
      </p:sp>
      <p:pic>
        <p:nvPicPr>
          <p:cNvPr id="5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F18463E6-236D-461F-9B89-6276AF32B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716" y="722295"/>
            <a:ext cx="8599784" cy="5413410"/>
          </a:xfrm>
        </p:spPr>
      </p:pic>
    </p:spTree>
    <p:extLst>
      <p:ext uri="{BB962C8B-B14F-4D97-AF65-F5344CB8AC3E}">
        <p14:creationId xmlns:p14="http://schemas.microsoft.com/office/powerpoint/2010/main" val="2582488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28327-8649-4C58-9D73-84367AF75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Transformation (stats)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7125D1CA-7557-4616-9D24-125E17DED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65" y="1690688"/>
            <a:ext cx="11008670" cy="4301549"/>
          </a:xfrm>
        </p:spPr>
      </p:pic>
    </p:spTree>
    <p:extLst>
      <p:ext uri="{BB962C8B-B14F-4D97-AF65-F5344CB8AC3E}">
        <p14:creationId xmlns:p14="http://schemas.microsoft.com/office/powerpoint/2010/main" val="2792012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2924-5681-42CB-B4E0-7327958D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What should I choose?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631915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E0ECB075-D1E3-4187-BF9B-8D9A1C1DD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300" y="439578"/>
            <a:ext cx="5867400" cy="5978843"/>
          </a:xfrm>
        </p:spPr>
      </p:pic>
    </p:spTree>
    <p:extLst>
      <p:ext uri="{BB962C8B-B14F-4D97-AF65-F5344CB8AC3E}">
        <p14:creationId xmlns:p14="http://schemas.microsoft.com/office/powerpoint/2010/main" val="39388734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73C6-D2BC-4772-8BFF-3D6760781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66218"/>
            <a:ext cx="321945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Mackinlay’s </a:t>
            </a:r>
            <a:br>
              <a:rPr lang="en-GB" dirty="0"/>
            </a:br>
            <a:r>
              <a:rPr lang="en-GB" dirty="0"/>
              <a:t>ranking of </a:t>
            </a:r>
            <a:br>
              <a:rPr lang="en-GB" dirty="0"/>
            </a:br>
            <a:r>
              <a:rPr lang="en-GB" dirty="0"/>
              <a:t>encodings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FEB4D6F-42BB-4223-AF25-471D92B644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7883667"/>
              </p:ext>
            </p:extLst>
          </p:nvPr>
        </p:nvGraphicFramePr>
        <p:xfrm>
          <a:off x="3676650" y="30480"/>
          <a:ext cx="8515350" cy="6827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838450">
                  <a:extLst>
                    <a:ext uri="{9D8B030D-6E8A-4147-A177-3AD203B41FA5}">
                      <a16:colId xmlns:a16="http://schemas.microsoft.com/office/drawing/2014/main" val="4259974521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4149912403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0305647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600" dirty="0"/>
                        <a:t>Quantitative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Nominal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899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Position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087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 err="1"/>
                        <a:t>Color</a:t>
                      </a:r>
                      <a:r>
                        <a:rPr lang="en-GB" sz="2600" dirty="0"/>
                        <a:t> hue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015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 err="1"/>
                        <a:t>Color</a:t>
                      </a:r>
                      <a:r>
                        <a:rPr lang="en-GB" sz="2600" dirty="0"/>
                        <a:t> 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Texture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34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Slope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 err="1"/>
                        <a:t>Color</a:t>
                      </a:r>
                      <a:r>
                        <a:rPr lang="en-GB" sz="2600" dirty="0"/>
                        <a:t> Hue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Connection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023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Texture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Containment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326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Density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93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Containment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 err="1"/>
                        <a:t>Color</a:t>
                      </a:r>
                      <a:r>
                        <a:rPr lang="en-GB" sz="2600" dirty="0"/>
                        <a:t> saturation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633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 err="1"/>
                        <a:t>Color</a:t>
                      </a:r>
                      <a:r>
                        <a:rPr lang="en-GB" sz="2600" dirty="0"/>
                        <a:t> 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Shape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537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 err="1"/>
                        <a:t>Color</a:t>
                      </a:r>
                      <a:r>
                        <a:rPr lang="en-GB" sz="2600" dirty="0"/>
                        <a:t> hue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129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Texture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Slope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Angle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038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Slope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116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Containment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081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097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4807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548E175F-84A2-754D-9A70-60A963DA4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232"/>
            <a:ext cx="5836031" cy="68257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2F373F-DF2D-6047-B472-2DA050865BBE}"/>
              </a:ext>
            </a:extLst>
          </p:cNvPr>
          <p:cNvSpPr txBox="1"/>
          <p:nvPr/>
        </p:nvSpPr>
        <p:spPr>
          <a:xfrm>
            <a:off x="5836031" y="6456436"/>
            <a:ext cx="6323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Source</a:t>
            </a:r>
            <a:r>
              <a:rPr lang="en-US" dirty="0"/>
              <a:t>: </a:t>
            </a:r>
            <a:r>
              <a:rPr lang="en-US" b="1" dirty="0"/>
              <a:t>Tamara </a:t>
            </a:r>
            <a:r>
              <a:rPr lang="en-US" b="1" dirty="0" err="1"/>
              <a:t>Munzer</a:t>
            </a:r>
            <a:r>
              <a:rPr lang="en-US" b="1" dirty="0"/>
              <a:t> </a:t>
            </a:r>
            <a:r>
              <a:rPr lang="en-US" dirty="0"/>
              <a:t>(2014). </a:t>
            </a:r>
            <a:r>
              <a:rPr lang="en-IE" dirty="0"/>
              <a:t>Visualization Analysis and Design.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097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hart&#10;&#10;Description automatically generated">
            <a:extLst>
              <a:ext uri="{FF2B5EF4-FFF2-40B4-BE49-F238E27FC236}">
                <a16:creationId xmlns:a16="http://schemas.microsoft.com/office/drawing/2014/main" id="{47060745-8274-C844-A5C9-A3755055F4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657" y="0"/>
            <a:ext cx="9258685" cy="63653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037AFF-71D3-254C-B7E1-C9A66B1B2656}"/>
              </a:ext>
            </a:extLst>
          </p:cNvPr>
          <p:cNvSpPr txBox="1"/>
          <p:nvPr/>
        </p:nvSpPr>
        <p:spPr>
          <a:xfrm>
            <a:off x="8870321" y="6211669"/>
            <a:ext cx="3321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Source</a:t>
            </a:r>
            <a:r>
              <a:rPr lang="en-US" dirty="0"/>
              <a:t>: </a:t>
            </a:r>
            <a:r>
              <a:rPr lang="en-US" b="1" dirty="0"/>
              <a:t>Tamara </a:t>
            </a:r>
            <a:r>
              <a:rPr lang="en-US" b="1" dirty="0" err="1"/>
              <a:t>Munzer</a:t>
            </a:r>
            <a:r>
              <a:rPr lang="en-US" b="1" dirty="0"/>
              <a:t> </a:t>
            </a:r>
            <a:r>
              <a:rPr lang="en-US" dirty="0"/>
              <a:t>(2014). </a:t>
            </a:r>
          </a:p>
          <a:p>
            <a:r>
              <a:rPr lang="en-IE" dirty="0"/>
              <a:t>Visualization Analysis and Design.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3698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9CCCA-0884-473C-AEC4-8682BEF21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Color</a:t>
            </a:r>
            <a:r>
              <a:rPr lang="en-GB" dirty="0"/>
              <a:t>: hue-saturation-brightness (HSB)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F1E8428C-D179-42A0-BA71-121797386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930" y="1825625"/>
            <a:ext cx="4628140" cy="4351338"/>
          </a:xfrm>
        </p:spPr>
      </p:pic>
    </p:spTree>
    <p:extLst>
      <p:ext uri="{BB962C8B-B14F-4D97-AF65-F5344CB8AC3E}">
        <p14:creationId xmlns:p14="http://schemas.microsoft.com/office/powerpoint/2010/main" val="2175668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hart&#10;&#10;Description automatically generated with medium confidence">
            <a:extLst>
              <a:ext uri="{FF2B5EF4-FFF2-40B4-BE49-F238E27FC236}">
                <a16:creationId xmlns:a16="http://schemas.microsoft.com/office/drawing/2014/main" id="{544144E7-2CD8-904C-9193-7282E60C5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1"/>
            <a:ext cx="8132272" cy="6851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C022DE-44B6-1941-8ABF-C3C62375623A}"/>
              </a:ext>
            </a:extLst>
          </p:cNvPr>
          <p:cNvSpPr txBox="1"/>
          <p:nvPr/>
        </p:nvSpPr>
        <p:spPr>
          <a:xfrm>
            <a:off x="8870321" y="6211669"/>
            <a:ext cx="3321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Source</a:t>
            </a:r>
            <a:r>
              <a:rPr lang="en-US" dirty="0"/>
              <a:t>: </a:t>
            </a:r>
            <a:r>
              <a:rPr lang="en-US" b="1" dirty="0"/>
              <a:t>Tamara </a:t>
            </a:r>
            <a:r>
              <a:rPr lang="en-US" b="1" dirty="0" err="1"/>
              <a:t>Munzer</a:t>
            </a:r>
            <a:r>
              <a:rPr lang="en-US" b="1" dirty="0"/>
              <a:t> </a:t>
            </a:r>
            <a:r>
              <a:rPr lang="en-US" dirty="0"/>
              <a:t>(2014). </a:t>
            </a:r>
          </a:p>
          <a:p>
            <a:r>
              <a:rPr lang="en-IE" dirty="0"/>
              <a:t>Visualization Analysis and Design.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5285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5653-1A75-344B-AFA9-40EE60249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88190-6E56-F549-BF1E-439DDE238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110A2-5EC3-834D-88B3-06BC23AB0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362" y="0"/>
            <a:ext cx="9523276" cy="6176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9891FC-2287-C148-ABE5-300BB75479A0}"/>
              </a:ext>
            </a:extLst>
          </p:cNvPr>
          <p:cNvSpPr txBox="1"/>
          <p:nvPr/>
        </p:nvSpPr>
        <p:spPr>
          <a:xfrm>
            <a:off x="3207425" y="6492875"/>
            <a:ext cx="8984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b="1" dirty="0"/>
              <a:t>Michael Friendly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http://euclid.psych.yorku.ca/www/psy6135/#Graphical_Perception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23614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9441-BB81-A34F-A9A0-1B49C5ADC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Gestalt principles of relatedness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A32B3-5468-0940-AFFC-37421E423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b="1" dirty="0"/>
              <a:t>Proximity</a:t>
            </a:r>
            <a:r>
              <a:rPr lang="en-IE" dirty="0"/>
              <a:t>: Things that are spatially near to one another seem to be related.</a:t>
            </a:r>
          </a:p>
          <a:p>
            <a:r>
              <a:rPr lang="en-IE" b="1" dirty="0"/>
              <a:t>Similarity:</a:t>
            </a:r>
            <a:r>
              <a:rPr lang="en-IE" dirty="0"/>
              <a:t> Things that look alike seem to be related.</a:t>
            </a:r>
          </a:p>
          <a:p>
            <a:r>
              <a:rPr lang="en-IE" b="1" dirty="0"/>
              <a:t>Connection</a:t>
            </a:r>
            <a:r>
              <a:rPr lang="en-IE" dirty="0"/>
              <a:t>: Things that are visually tied to one another seem to be related.</a:t>
            </a:r>
          </a:p>
          <a:p>
            <a:r>
              <a:rPr lang="en-IE" b="1" dirty="0"/>
              <a:t>Continuity</a:t>
            </a:r>
            <a:r>
              <a:rPr lang="en-IE" dirty="0"/>
              <a:t>: Partially hidden objects are completed into familiar shapes.</a:t>
            </a:r>
          </a:p>
          <a:p>
            <a:r>
              <a:rPr lang="en-IE" b="1" dirty="0"/>
              <a:t>Closure</a:t>
            </a:r>
            <a:r>
              <a:rPr lang="en-IE" dirty="0"/>
              <a:t>: Incomplete shapes are perceived as complete.</a:t>
            </a:r>
          </a:p>
          <a:p>
            <a:r>
              <a:rPr lang="en-IE" b="1" dirty="0"/>
              <a:t>Figure and ground</a:t>
            </a:r>
            <a:r>
              <a:rPr lang="en-IE" dirty="0"/>
              <a:t>: Visual elements are taken to be either in the foreground or in the background.</a:t>
            </a:r>
          </a:p>
          <a:p>
            <a:r>
              <a:rPr lang="en-IE" b="1" dirty="0"/>
              <a:t>Common fate</a:t>
            </a:r>
            <a:r>
              <a:rPr lang="en-IE" dirty="0"/>
              <a:t>: Elements sharing a direction of movement are perceived as a unit.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1517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C7AA-A8EA-524E-8EA3-2F348A6B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37080-F5F4-634C-B8C3-2B2458191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203038-F59A-9242-9A10-7FDF4B6D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04" y="365125"/>
            <a:ext cx="9905891" cy="58118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9182A1-AC14-6B41-AFE7-92B09BF069A3}"/>
              </a:ext>
            </a:extLst>
          </p:cNvPr>
          <p:cNvSpPr/>
          <p:nvPr/>
        </p:nvSpPr>
        <p:spPr>
          <a:xfrm>
            <a:off x="10063084" y="6488668"/>
            <a:ext cx="2128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Source: Healy (2019)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3665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9886C-1955-4FF9-BB97-4CC689347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(distilled) principles from Tufte</a:t>
            </a:r>
            <a:endParaRPr lang="en-GB" dirty="0"/>
          </a:p>
        </p:txBody>
      </p:sp>
      <p:pic>
        <p:nvPicPr>
          <p:cNvPr id="6" name="Content Placeholder 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9C3500C2-436E-45DB-9042-D0B282EAB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262" y="1690688"/>
            <a:ext cx="7229475" cy="2085975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E2E3B42-1300-4490-91E3-BAA9BE075E66}"/>
              </a:ext>
            </a:extLst>
          </p:cNvPr>
          <p:cNvSpPr/>
          <p:nvPr/>
        </p:nvSpPr>
        <p:spPr>
          <a:xfrm>
            <a:off x="2481262" y="3948063"/>
            <a:ext cx="722947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Ask how data maps to perception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Ask which comparisons you want, guide eye to those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Maximize data-to-ink ratio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Present more data (without losing interpretability)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Use levels of detail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(Remember narrative)</a:t>
            </a:r>
          </a:p>
        </p:txBody>
      </p:sp>
    </p:spTree>
    <p:extLst>
      <p:ext uri="{BB962C8B-B14F-4D97-AF65-F5344CB8AC3E}">
        <p14:creationId xmlns:p14="http://schemas.microsoft.com/office/powerpoint/2010/main" val="10922817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accessory, umbrella&#10;&#10;Description automatically generated">
            <a:extLst>
              <a:ext uri="{FF2B5EF4-FFF2-40B4-BE49-F238E27FC236}">
                <a16:creationId xmlns:a16="http://schemas.microsoft.com/office/drawing/2014/main" id="{C1E9BCC9-BA81-4676-BE6A-CB5689238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721" y="398653"/>
            <a:ext cx="6020557" cy="6060694"/>
          </a:xfrm>
        </p:spPr>
      </p:pic>
    </p:spTree>
    <p:extLst>
      <p:ext uri="{BB962C8B-B14F-4D97-AF65-F5344CB8AC3E}">
        <p14:creationId xmlns:p14="http://schemas.microsoft.com/office/powerpoint/2010/main" val="15954463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2049F507-455B-4A68-B330-C5788A07D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083" y="1210996"/>
            <a:ext cx="8986917" cy="564700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D5E607-CBE0-4ABF-B9FE-DAD1DCF99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700"/>
            <a:ext cx="10515600" cy="1325563"/>
          </a:xfrm>
        </p:spPr>
        <p:txBody>
          <a:bodyPr/>
          <a:lstStyle/>
          <a:p>
            <a:r>
              <a:rPr lang="en-GB" dirty="0"/>
              <a:t>Nightingale Rose / Coxcomb chart</a:t>
            </a:r>
          </a:p>
        </p:txBody>
      </p:sp>
    </p:spTree>
    <p:extLst>
      <p:ext uri="{BB962C8B-B14F-4D97-AF65-F5344CB8AC3E}">
        <p14:creationId xmlns:p14="http://schemas.microsoft.com/office/powerpoint/2010/main" val="19035690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2F789A4D-110F-4133-9628-E9098CE65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56" y="828278"/>
            <a:ext cx="10402888" cy="5201444"/>
          </a:xfrm>
        </p:spPr>
      </p:pic>
    </p:spTree>
    <p:extLst>
      <p:ext uri="{BB962C8B-B14F-4D97-AF65-F5344CB8AC3E}">
        <p14:creationId xmlns:p14="http://schemas.microsoft.com/office/powerpoint/2010/main" val="24709319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a building&#10;&#10;Description automatically generated">
            <a:extLst>
              <a:ext uri="{FF2B5EF4-FFF2-40B4-BE49-F238E27FC236}">
                <a16:creationId xmlns:a16="http://schemas.microsoft.com/office/drawing/2014/main" id="{473A493D-3709-40EC-BF22-5E04733E8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142" y="1411684"/>
            <a:ext cx="8829716" cy="4034631"/>
          </a:xfrm>
        </p:spPr>
      </p:pic>
    </p:spTree>
    <p:extLst>
      <p:ext uri="{BB962C8B-B14F-4D97-AF65-F5344CB8AC3E}">
        <p14:creationId xmlns:p14="http://schemas.microsoft.com/office/powerpoint/2010/main" val="35019866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a mans face&#10;&#10;Description automatically generated">
            <a:extLst>
              <a:ext uri="{FF2B5EF4-FFF2-40B4-BE49-F238E27FC236}">
                <a16:creationId xmlns:a16="http://schemas.microsoft.com/office/drawing/2014/main" id="{DF7F133E-E297-401F-A67F-C035E5CB7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571500"/>
            <a:ext cx="9525000" cy="5715000"/>
          </a:xfrm>
        </p:spPr>
      </p:pic>
    </p:spTree>
    <p:extLst>
      <p:ext uri="{BB962C8B-B14F-4D97-AF65-F5344CB8AC3E}">
        <p14:creationId xmlns:p14="http://schemas.microsoft.com/office/powerpoint/2010/main" val="27538219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7F133E-E297-401F-A67F-C035E5CB7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3500" y="571500"/>
            <a:ext cx="9525000" cy="5715000"/>
          </a:xfrm>
        </p:spPr>
      </p:pic>
    </p:spTree>
    <p:extLst>
      <p:ext uri="{BB962C8B-B14F-4D97-AF65-F5344CB8AC3E}">
        <p14:creationId xmlns:p14="http://schemas.microsoft.com/office/powerpoint/2010/main" val="20022791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a logo&#10;&#10;Description automatically generated">
            <a:extLst>
              <a:ext uri="{FF2B5EF4-FFF2-40B4-BE49-F238E27FC236}">
                <a16:creationId xmlns:a16="http://schemas.microsoft.com/office/drawing/2014/main" id="{A74226D1-BA76-4BCE-84F5-989FA58E4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014" y="1542891"/>
            <a:ext cx="8249972" cy="494998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FE5D99-D5A0-4E19-91AF-A8BD2D2B4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ggplot</a:t>
            </a:r>
            <a:r>
              <a:rPr lang="en-GB" sz="2000" dirty="0">
                <a:latin typeface="Consolas" panose="020B0609020204030204" pitchFamily="49" charset="0"/>
              </a:rPr>
              <a:t>(quakes, </a:t>
            </a:r>
            <a:r>
              <a:rPr lang="en-GB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aes</a:t>
            </a:r>
            <a:r>
              <a:rPr lang="en-GB" sz="2000" dirty="0"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chemeClr val="accent1"/>
                </a:solidFill>
                <a:latin typeface="Consolas" panose="020B0609020204030204" pitchFamily="49" charset="0"/>
              </a:rPr>
              <a:t>factor</a:t>
            </a:r>
            <a:r>
              <a:rPr lang="en-GB" sz="2000" dirty="0">
                <a:latin typeface="Consolas" panose="020B0609020204030204" pitchFamily="49" charset="0"/>
              </a:rPr>
              <a:t>(mag), stations)) +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  </a:t>
            </a:r>
            <a:r>
              <a:rPr lang="en-GB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theme_tufte</a:t>
            </a:r>
            <a:r>
              <a:rPr lang="en-GB" sz="2000" dirty="0">
                <a:latin typeface="Consolas" panose="020B0609020204030204" pitchFamily="49" charset="0"/>
              </a:rPr>
              <a:t>() +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  </a:t>
            </a:r>
            <a:r>
              <a:rPr lang="en-GB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geom_tufteboxplot</a:t>
            </a:r>
            <a:r>
              <a:rPr lang="en-GB" sz="2000" dirty="0">
                <a:latin typeface="Consolas" panose="020B0609020204030204" pitchFamily="49" charset="0"/>
              </a:rPr>
              <a:t>(</a:t>
            </a:r>
            <a:r>
              <a:rPr lang="en-GB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outlier.colour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latin typeface="Consolas" panose="020B0609020204030204" pitchFamily="49" charset="0"/>
              </a:rPr>
              <a:t>= </a:t>
            </a:r>
            <a:r>
              <a:rPr lang="en-GB" sz="2000" dirty="0">
                <a:solidFill>
                  <a:srgbClr val="00B050"/>
                </a:solidFill>
                <a:latin typeface="Consolas" panose="020B0609020204030204" pitchFamily="49" charset="0"/>
              </a:rPr>
              <a:t>"transparent"</a:t>
            </a:r>
            <a:r>
              <a:rPr lang="en-GB" sz="2000" dirty="0">
                <a:latin typeface="Consolas" panose="020B0609020204030204" pitchFamily="49" charset="0"/>
              </a:rPr>
              <a:t>) +</a:t>
            </a:r>
            <a:br>
              <a:rPr lang="en-GB" sz="2000" dirty="0">
                <a:latin typeface="Consolas" panose="020B0609020204030204" pitchFamily="49" charset="0"/>
              </a:rPr>
            </a:br>
            <a:r>
              <a:rPr lang="en-GB" sz="2000" dirty="0">
                <a:latin typeface="Consolas" panose="020B0609020204030204" pitchFamily="49" charset="0"/>
              </a:rPr>
              <a:t>  </a:t>
            </a:r>
            <a:r>
              <a:rPr lang="en-GB" sz="2000" dirty="0">
                <a:solidFill>
                  <a:schemeClr val="accent1"/>
                </a:solidFill>
                <a:latin typeface="Consolas" panose="020B0609020204030204" pitchFamily="49" charset="0"/>
              </a:rPr>
              <a:t>theme</a:t>
            </a:r>
            <a:r>
              <a:rPr lang="en-GB" sz="2000" dirty="0">
                <a:latin typeface="Consolas" panose="020B0609020204030204" pitchFamily="49" charset="0"/>
              </a:rPr>
              <a:t>(</a:t>
            </a:r>
            <a:r>
              <a:rPr lang="en-GB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axis.title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latin typeface="Consolas" panose="020B0609020204030204" pitchFamily="49" charset="0"/>
              </a:rPr>
              <a:t>= </a:t>
            </a:r>
            <a:r>
              <a:rPr lang="en-GB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element_blank</a:t>
            </a:r>
            <a:r>
              <a:rPr lang="en-GB" sz="2000" dirty="0"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42294916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2FC6B-4357-4582-8EE8-3D73EFA22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Tufte wisdom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B5F5A-54BA-469E-83EC-9EEFD6899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Tufte’s principles are more oriented to communication and can be taken too far</a:t>
            </a:r>
          </a:p>
          <a:p>
            <a:endParaRPr lang="en-US" dirty="0"/>
          </a:p>
          <a:p>
            <a:r>
              <a:rPr lang="en-US" dirty="0"/>
              <a:t>Better data/ink → display more information without overload;</a:t>
            </a:r>
          </a:p>
          <a:p>
            <a:r>
              <a:rPr lang="en-US" dirty="0"/>
              <a:t>Thinking about perception can help you choose better </a:t>
            </a:r>
            <a:r>
              <a:rPr lang="en-US" dirty="0" err="1"/>
              <a:t>geoms</a:t>
            </a:r>
            <a:r>
              <a:rPr lang="en-US" dirty="0"/>
              <a:t>, aesthetics.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82753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2924-5681-42CB-B4E0-7327958D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Some practice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5775674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B3949-F8AD-4683-9B78-F747868E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 these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FF48D-61E2-40D4-B488-89DE24E02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we plotting the right thing?</a:t>
            </a:r>
          </a:p>
          <a:p>
            <a:r>
              <a:rPr lang="en-US" dirty="0"/>
              <a:t>What are: aesthetics, </a:t>
            </a:r>
            <a:r>
              <a:rPr lang="en-US" dirty="0" err="1"/>
              <a:t>geom</a:t>
            </a:r>
            <a:r>
              <a:rPr lang="en-US" dirty="0"/>
              <a:t>, scale, facets, transformation, coordinate system</a:t>
            </a:r>
          </a:p>
          <a:p>
            <a:r>
              <a:rPr lang="en-US" dirty="0"/>
              <a:t>How is data/ink?</a:t>
            </a:r>
          </a:p>
          <a:p>
            <a:r>
              <a:rPr lang="en-US" dirty="0"/>
              <a:t>Is perception considered optimally?</a:t>
            </a:r>
          </a:p>
          <a:p>
            <a:r>
              <a:rPr lang="en-US" dirty="0"/>
              <a:t>Can you think of questions you can’t answer from this plot which are in the data?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3504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42F88CF-8C42-4C0C-A253-91AAFEB9F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418" y="314325"/>
            <a:ext cx="8009164" cy="6229350"/>
          </a:xfrm>
        </p:spPr>
      </p:pic>
    </p:spTree>
    <p:extLst>
      <p:ext uri="{BB962C8B-B14F-4D97-AF65-F5344CB8AC3E}">
        <p14:creationId xmlns:p14="http://schemas.microsoft.com/office/powerpoint/2010/main" val="10165851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2F88CF-8C42-4C0C-A253-91AAFEB9F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1418" y="314325"/>
            <a:ext cx="8009164" cy="6229349"/>
          </a:xfrm>
        </p:spPr>
      </p:pic>
    </p:spTree>
    <p:extLst>
      <p:ext uri="{BB962C8B-B14F-4D97-AF65-F5344CB8AC3E}">
        <p14:creationId xmlns:p14="http://schemas.microsoft.com/office/powerpoint/2010/main" val="34047405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2F88CF-8C42-4C0C-A253-91AAFEB9F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1418" y="314325"/>
            <a:ext cx="8009163" cy="6229349"/>
          </a:xfrm>
        </p:spPr>
      </p:pic>
    </p:spTree>
    <p:extLst>
      <p:ext uri="{BB962C8B-B14F-4D97-AF65-F5344CB8AC3E}">
        <p14:creationId xmlns:p14="http://schemas.microsoft.com/office/powerpoint/2010/main" val="19669711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2F88CF-8C42-4C0C-A253-91AAFEB9F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8976" y="0"/>
            <a:ext cx="6858000" cy="6858000"/>
          </a:xfrm>
        </p:spPr>
      </p:pic>
    </p:spTree>
    <p:extLst>
      <p:ext uri="{BB962C8B-B14F-4D97-AF65-F5344CB8AC3E}">
        <p14:creationId xmlns:p14="http://schemas.microsoft.com/office/powerpoint/2010/main" val="5492134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2F88CF-8C42-4C0C-A253-91AAFEB9F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8683" y="0"/>
            <a:ext cx="9154633" cy="6858000"/>
          </a:xfrm>
        </p:spPr>
      </p:pic>
    </p:spTree>
    <p:extLst>
      <p:ext uri="{BB962C8B-B14F-4D97-AF65-F5344CB8AC3E}">
        <p14:creationId xmlns:p14="http://schemas.microsoft.com/office/powerpoint/2010/main" val="40265859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98446-18DF-0446-8DF4-DDAB0BE9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Arkansas COVID-19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21CEB-1E6B-D543-AB5E-CF586D89F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C7D357A-A232-9F4C-9D53-53D1D5E45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05" y="2272166"/>
            <a:ext cx="10586495" cy="3458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4966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2924-5681-42CB-B4E0-7327958D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Conclusion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7518908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F84FE-BDF7-4CA2-BDCF-87D4B76C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BC325-6AC3-47CF-97A3-31C6E549D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dirty="0"/>
              <a:t>Data visualization is data analysis + psychology;</a:t>
            </a:r>
          </a:p>
          <a:p>
            <a:r>
              <a:rPr lang="en-US" sz="3600" dirty="0"/>
              <a:t>Sticking to </a:t>
            </a:r>
            <a:r>
              <a:rPr lang="en-US" sz="3600" b="1" dirty="0"/>
              <a:t>basic principles </a:t>
            </a:r>
            <a:r>
              <a:rPr lang="en-US" sz="3600" dirty="0"/>
              <a:t>helps:</a:t>
            </a:r>
          </a:p>
          <a:p>
            <a:pPr lvl="1"/>
            <a:r>
              <a:rPr lang="en-US" sz="3200" b="1" dirty="0"/>
              <a:t>Map data </a:t>
            </a:r>
            <a:r>
              <a:rPr lang="en-US" sz="3200" dirty="0"/>
              <a:t>to aesthetics, </a:t>
            </a:r>
            <a:r>
              <a:rPr lang="en-US" sz="3200" dirty="0" err="1"/>
              <a:t>geoms</a:t>
            </a:r>
            <a:r>
              <a:rPr lang="en-US" sz="3200" dirty="0"/>
              <a:t>, scales, facets;</a:t>
            </a:r>
          </a:p>
          <a:p>
            <a:pPr lvl="1"/>
            <a:r>
              <a:rPr lang="en-US" sz="3200" dirty="0"/>
              <a:t>Perception research guides choices;</a:t>
            </a:r>
          </a:p>
          <a:p>
            <a:pPr lvl="1"/>
            <a:r>
              <a:rPr lang="en-US" sz="3200" b="1" dirty="0"/>
              <a:t>Which comparisons </a:t>
            </a:r>
            <a:r>
              <a:rPr lang="en-US" sz="3200" dirty="0"/>
              <a:t>do I want?</a:t>
            </a:r>
          </a:p>
          <a:p>
            <a:pPr lvl="1"/>
            <a:r>
              <a:rPr lang="en-US" sz="3200" dirty="0"/>
              <a:t>Maximize </a:t>
            </a:r>
            <a:r>
              <a:rPr lang="en-US" sz="3200" b="1" dirty="0"/>
              <a:t>data-ink </a:t>
            </a:r>
            <a:r>
              <a:rPr lang="en-US" sz="3200" dirty="0"/>
              <a:t>(within reason).</a:t>
            </a:r>
          </a:p>
          <a:p>
            <a:r>
              <a:rPr lang="en-US" sz="3600" dirty="0"/>
              <a:t>Some standard recipes (e.g. “barplot”, “histogram”, “line graph”), but pros do not need the cookbook…</a:t>
            </a:r>
          </a:p>
          <a:p>
            <a:r>
              <a:rPr lang="en-US" sz="3600" dirty="0"/>
              <a:t>Don’t believe everything you hear (“do’s and don’ts”)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8562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93235904ECB429D95AFCF930B613A" ma:contentTypeVersion="5" ma:contentTypeDescription="Create a new document." ma:contentTypeScope="" ma:versionID="4c390286563cacde125c37b699801796">
  <xsd:schema xmlns:xsd="http://www.w3.org/2001/XMLSchema" xmlns:xs="http://www.w3.org/2001/XMLSchema" xmlns:p="http://schemas.microsoft.com/office/2006/metadata/properties" xmlns:ns3="5032e021-b0cf-43e6-828a-5b682824f23c" xmlns:ns4="ef284efa-1316-4307-b1a8-b157427e4237" targetNamespace="http://schemas.microsoft.com/office/2006/metadata/properties" ma:root="true" ma:fieldsID="8c9c49ab243af388e89cdf0ba7aaaf48" ns3:_="" ns4:_="">
    <xsd:import namespace="5032e021-b0cf-43e6-828a-5b682824f23c"/>
    <xsd:import namespace="ef284efa-1316-4307-b1a8-b157427e42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2e021-b0cf-43e6-828a-5b682824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84efa-1316-4307-b1a8-b157427e4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FE0A5C-9604-4B3E-8F9E-98072B6B9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473D4E-B70B-4136-B747-E79AAA180FB8}">
  <ds:schemaRefs>
    <ds:schemaRef ds:uri="http://purl.org/dc/terms/"/>
    <ds:schemaRef ds:uri="ef284efa-1316-4307-b1a8-b157427e4237"/>
    <ds:schemaRef ds:uri="http://schemas.microsoft.com/office/2006/documentManagement/types"/>
    <ds:schemaRef ds:uri="http://schemas.microsoft.com/office/infopath/2007/PartnerControls"/>
    <ds:schemaRef ds:uri="5032e021-b0cf-43e6-828a-5b682824f23c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27FB234-31BD-4786-8167-C9B3AC2407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32e021-b0cf-43e6-828a-5b682824f23c"/>
    <ds:schemaRef ds:uri="ef284efa-1316-4307-b1a8-b157427e4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1812</TotalTime>
  <Words>1194</Words>
  <Application>Microsoft Macintosh PowerPoint</Application>
  <PresentationFormat>Widescreen</PresentationFormat>
  <Paragraphs>217</Paragraphs>
  <Slides>58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Consolas</vt:lpstr>
      <vt:lpstr>Fira Sans</vt:lpstr>
      <vt:lpstr>Times New Roman</vt:lpstr>
      <vt:lpstr>Office Theme</vt:lpstr>
      <vt:lpstr>PowerPoint Presentation</vt:lpstr>
      <vt:lpstr>Weekly schedule for M&amp;S weeks (4—8)</vt:lpstr>
      <vt:lpstr>Social &amp; Behavioural Science team</vt:lpstr>
      <vt:lpstr>This week</vt:lpstr>
      <vt:lpstr>Reading materials for this week</vt:lpstr>
      <vt:lpstr>PowerPoint Presentation</vt:lpstr>
      <vt:lpstr>PowerPoint Presentation</vt:lpstr>
      <vt:lpstr>Today: visualization principles</vt:lpstr>
      <vt:lpstr>Data visualization</vt:lpstr>
      <vt:lpstr>Anscombe’s quartet</vt:lpstr>
      <vt:lpstr>PowerPoint Presentation</vt:lpstr>
      <vt:lpstr>Graphics for data analysis</vt:lpstr>
      <vt:lpstr>Plotting the right thing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Making pictures that help analyze data</vt:lpstr>
      <vt:lpstr>Grammar of graphics (Wickham version)</vt:lpstr>
      <vt:lpstr>Grammar of graphics (Wickham version)</vt:lpstr>
      <vt:lpstr>Example data set: cars</vt:lpstr>
      <vt:lpstr>ggplot(data = mpg) +    geom_point(mapping = aes(x = displ, y = hwy,                             color = class))</vt:lpstr>
      <vt:lpstr>ggplot(data = mpg) +    geom_point(mapping = aes(x = displ, y = hwy,                             color = class))</vt:lpstr>
      <vt:lpstr>Facets</vt:lpstr>
      <vt:lpstr>Transformation (stats)</vt:lpstr>
      <vt:lpstr>What should I choose?</vt:lpstr>
      <vt:lpstr>PowerPoint Presentation</vt:lpstr>
      <vt:lpstr>Mackinlay’s  ranking of  encodings</vt:lpstr>
      <vt:lpstr>PowerPoint Presentation</vt:lpstr>
      <vt:lpstr>PowerPoint Presentation</vt:lpstr>
      <vt:lpstr>Color: hue-saturation-brightness (HSB)</vt:lpstr>
      <vt:lpstr>PowerPoint Presentation</vt:lpstr>
      <vt:lpstr>PowerPoint Presentation</vt:lpstr>
      <vt:lpstr>Gestalt principles of relatedness</vt:lpstr>
      <vt:lpstr>PowerPoint Presentation</vt:lpstr>
      <vt:lpstr>Some (distilled) principles from Tufte</vt:lpstr>
      <vt:lpstr>PowerPoint Presentation</vt:lpstr>
      <vt:lpstr>Nightingale Rose / Coxcomb chart</vt:lpstr>
      <vt:lpstr>PowerPoint Presentation</vt:lpstr>
      <vt:lpstr>PowerPoint Presentation</vt:lpstr>
      <vt:lpstr>PowerPoint Presentation</vt:lpstr>
      <vt:lpstr>PowerPoint Presentation</vt:lpstr>
      <vt:lpstr>ggplot(quakes, aes(factor(mag), stations)) +   theme_tufte() +   geom_tufteboxplot(outlier.colour = "transparent") +   theme(axis.title = element_blank())</vt:lpstr>
      <vt:lpstr>Tufte wisdom</vt:lpstr>
      <vt:lpstr>Some practice</vt:lpstr>
      <vt:lpstr>Answer these questions: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Arkansas COVID-19 dashboard</vt:lpstr>
      <vt:lpstr>Conclusion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Kesteren, E. van (Erik-Jan)</dc:creator>
  <cp:lastModifiedBy>Oberski, D.L. (Daniel)</cp:lastModifiedBy>
  <cp:revision>82</cp:revision>
  <dcterms:created xsi:type="dcterms:W3CDTF">2020-03-31T13:53:26Z</dcterms:created>
  <dcterms:modified xsi:type="dcterms:W3CDTF">2025-09-28T18:36:01Z</dcterms:modified>
</cp:coreProperties>
</file>