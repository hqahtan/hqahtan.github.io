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"/>
  </p:notesMasterIdLst>
  <p:sldIdLst>
    <p:sldId id="257" r:id="rId2"/>
    <p:sldId id="261" r:id="rId3"/>
    <p:sldId id="286" r:id="rId4"/>
  </p:sldIdLst>
  <p:sldSz cx="12195175" cy="6858000"/>
  <p:notesSz cx="6858000" cy="9144000"/>
  <p:embeddedFontLst>
    <p:embeddedFont>
      <p:font typeface="Merriweather" panose="02000000000000000000" pitchFamily="2" charset="0"/>
      <p:regular r:id="rId6"/>
      <p:bold r:id="rId7"/>
      <p:italic r:id="rId8"/>
      <p:boldItalic r:id="rId9"/>
    </p:embeddedFont>
    <p:embeddedFont>
      <p:font typeface="Merriweather Light" pitchFamily="2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Open Sans Light" panose="02000000000000000000" pitchFamily="2" charset="0"/>
      <p:regular r:id="rId18"/>
      <p:bold r:id="rId19"/>
      <p:italic r:id="rId20"/>
      <p:boldItalic r:id="rId21"/>
    </p:embeddedFont>
    <p:embeddedFont>
      <p:font typeface="Verdana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30">
          <p15:clr>
            <a:srgbClr val="A4A3A4"/>
          </p15:clr>
        </p15:guide>
        <p15:guide id="2" orient="horz" pos="4038">
          <p15:clr>
            <a:srgbClr val="A4A3A4"/>
          </p15:clr>
        </p15:guide>
        <p15:guide id="3" orient="horz" pos="989">
          <p15:clr>
            <a:srgbClr val="A4A3A4"/>
          </p15:clr>
        </p15:guide>
        <p15:guide id="4" orient="horz" pos="2682">
          <p15:clr>
            <a:srgbClr val="A4A3A4"/>
          </p15:clr>
        </p15:guide>
        <p15:guide id="5" orient="horz" pos="104">
          <p15:clr>
            <a:srgbClr val="A4A3A4"/>
          </p15:clr>
        </p15:guide>
        <p15:guide id="6" orient="horz" pos="3351">
          <p15:clr>
            <a:srgbClr val="A4A3A4"/>
          </p15:clr>
        </p15:guide>
        <p15:guide id="7" orient="horz" pos="3181">
          <p15:clr>
            <a:srgbClr val="A4A3A4"/>
          </p15:clr>
        </p15:guide>
        <p15:guide id="8" orient="horz" pos="1074">
          <p15:clr>
            <a:srgbClr val="A4A3A4"/>
          </p15:clr>
        </p15:guide>
        <p15:guide id="9" orient="horz" pos="3593">
          <p15:clr>
            <a:srgbClr val="A4A3A4"/>
          </p15:clr>
        </p15:guide>
        <p15:guide id="10" pos="3777">
          <p15:clr>
            <a:srgbClr val="A4A3A4"/>
          </p15:clr>
        </p15:guide>
        <p15:guide id="11" pos="739">
          <p15:clr>
            <a:srgbClr val="A4A3A4"/>
          </p15:clr>
        </p15:guide>
        <p15:guide id="12" pos="7273">
          <p15:clr>
            <a:srgbClr val="A4A3A4"/>
          </p15:clr>
        </p15:guide>
        <p15:guide id="13" pos="1604">
          <p15:clr>
            <a:srgbClr val="A4A3A4"/>
          </p15:clr>
        </p15:guide>
        <p15:guide id="14" pos="5145">
          <p15:clr>
            <a:srgbClr val="A4A3A4"/>
          </p15:clr>
        </p15:guide>
        <p15:guide id="15" pos="5282">
          <p15:clr>
            <a:srgbClr val="A4A3A4"/>
          </p15:clr>
        </p15:guide>
        <p15:guide id="16" pos="1447">
          <p15:clr>
            <a:srgbClr val="A4A3A4"/>
          </p15:clr>
        </p15:guide>
        <p15:guide id="17" pos="6651">
          <p15:clr>
            <a:srgbClr val="A4A3A4"/>
          </p15:clr>
        </p15:guide>
        <p15:guide id="18" pos="36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402"/>
      </p:cViewPr>
      <p:guideLst>
        <p:guide orient="horz" pos="1530"/>
        <p:guide orient="horz" pos="4038"/>
        <p:guide orient="horz" pos="989"/>
        <p:guide orient="horz" pos="2682"/>
        <p:guide orient="horz" pos="104"/>
        <p:guide orient="horz" pos="3351"/>
        <p:guide orient="horz" pos="3181"/>
        <p:guide orient="horz" pos="1074"/>
        <p:guide orient="horz" pos="3593"/>
        <p:guide pos="3777"/>
        <p:guide pos="739"/>
        <p:guide pos="7273"/>
        <p:guide pos="1604"/>
        <p:guide pos="5145"/>
        <p:guide pos="5282"/>
        <p:guide pos="1447"/>
        <p:guide pos="6651"/>
        <p:guide pos="3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 /><Relationship Id="rId13" Type="http://schemas.openxmlformats.org/officeDocument/2006/relationships/font" Target="fonts/font8.fntdata" /><Relationship Id="rId18" Type="http://schemas.openxmlformats.org/officeDocument/2006/relationships/font" Target="fonts/font13.fntdata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font" Target="fonts/font16.fntdata" /><Relationship Id="rId7" Type="http://schemas.openxmlformats.org/officeDocument/2006/relationships/font" Target="fonts/font2.fntdata" /><Relationship Id="rId12" Type="http://schemas.openxmlformats.org/officeDocument/2006/relationships/font" Target="fonts/font7.fntdata" /><Relationship Id="rId17" Type="http://schemas.openxmlformats.org/officeDocument/2006/relationships/font" Target="fonts/font12.fntdata" /><Relationship Id="rId25" Type="http://schemas.openxmlformats.org/officeDocument/2006/relationships/font" Target="fonts/font20.fntdata" /><Relationship Id="rId2" Type="http://schemas.openxmlformats.org/officeDocument/2006/relationships/slide" Target="slides/slide1.xml" /><Relationship Id="rId16" Type="http://schemas.openxmlformats.org/officeDocument/2006/relationships/font" Target="fonts/font11.fntdata" /><Relationship Id="rId20" Type="http://schemas.openxmlformats.org/officeDocument/2006/relationships/font" Target="fonts/font15.fntdata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1.fntdata" /><Relationship Id="rId11" Type="http://schemas.openxmlformats.org/officeDocument/2006/relationships/font" Target="fonts/font6.fntdata" /><Relationship Id="rId24" Type="http://schemas.openxmlformats.org/officeDocument/2006/relationships/font" Target="fonts/font19.fntdata" /><Relationship Id="rId5" Type="http://schemas.openxmlformats.org/officeDocument/2006/relationships/notesMaster" Target="notesMasters/notesMaster1.xml" /><Relationship Id="rId15" Type="http://schemas.openxmlformats.org/officeDocument/2006/relationships/font" Target="fonts/font10.fntdata" /><Relationship Id="rId23" Type="http://schemas.openxmlformats.org/officeDocument/2006/relationships/font" Target="fonts/font18.fntdata" /><Relationship Id="rId28" Type="http://schemas.openxmlformats.org/officeDocument/2006/relationships/theme" Target="theme/theme1.xml" /><Relationship Id="rId10" Type="http://schemas.openxmlformats.org/officeDocument/2006/relationships/font" Target="fonts/font5.fntdata" /><Relationship Id="rId19" Type="http://schemas.openxmlformats.org/officeDocument/2006/relationships/font" Target="fonts/font14.fntdata" /><Relationship Id="rId4" Type="http://schemas.openxmlformats.org/officeDocument/2006/relationships/slide" Target="slides/slide3.xml" /><Relationship Id="rId9" Type="http://schemas.openxmlformats.org/officeDocument/2006/relationships/font" Target="fonts/font4.fntdata" /><Relationship Id="rId14" Type="http://schemas.openxmlformats.org/officeDocument/2006/relationships/font" Target="fonts/font9.fntdata" /><Relationship Id="rId22" Type="http://schemas.openxmlformats.org/officeDocument/2006/relationships/font" Target="fonts/font17.fntdata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ffc96c20f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0ffc96c20f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ffc96c2c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0ffc96c2c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yellow">
  <p:cSld name="Cover yellow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dt" idx="10"/>
          </p:nvPr>
        </p:nvSpPr>
        <p:spPr>
          <a:xfrm>
            <a:off x="9985375" y="512910"/>
            <a:ext cx="1853435" cy="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2575859" y="501834"/>
            <a:ext cx="7008532" cy="22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575177" y="5800328"/>
            <a:ext cx="5044821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3"/>
          </p:nvPr>
        </p:nvSpPr>
        <p:spPr>
          <a:xfrm>
            <a:off x="3575177" y="6017497"/>
            <a:ext cx="5044821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93291" y="1196750"/>
            <a:ext cx="11374639" cy="46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Merriweather Light"/>
              <a:buNone/>
              <a:defRPr sz="4100" b="0" i="1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226845" cy="1268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ext left, image right">
  <p:cSld name="Text left, image right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>
            <a:spLocks noGrp="1"/>
          </p:cNvSpPr>
          <p:nvPr>
            <p:ph type="pic" idx="2"/>
          </p:nvPr>
        </p:nvSpPr>
        <p:spPr>
          <a:xfrm>
            <a:off x="4297363" y="368300"/>
            <a:ext cx="7561262" cy="56328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" name="Google Shape;50;p6"/>
          <p:cNvSpPr txBox="1">
            <a:spLocks noGrp="1"/>
          </p:cNvSpPr>
          <p:nvPr>
            <p:ph type="ctrTitle"/>
          </p:nvPr>
        </p:nvSpPr>
        <p:spPr>
          <a:xfrm>
            <a:off x="338138" y="371475"/>
            <a:ext cx="363537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None/>
              <a:defRPr sz="23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337513" y="1664209"/>
            <a:ext cx="3636000" cy="423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3"/>
          </p:nvPr>
        </p:nvSpPr>
        <p:spPr>
          <a:xfrm>
            <a:off x="4297362" y="6155901"/>
            <a:ext cx="5592351" cy="39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598" y="6001200"/>
            <a:ext cx="1728002" cy="67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2115">
          <p15:clr>
            <a:srgbClr val="FBAE40"/>
          </p15:clr>
        </p15:guide>
        <p15:guide id="17" orient="horz" pos="75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white">
  <p:cSld name="Cover white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9985375" y="512910"/>
            <a:ext cx="1853435" cy="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3578214" y="5800328"/>
            <a:ext cx="5038747" cy="199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2"/>
          </p:nvPr>
        </p:nvSpPr>
        <p:spPr>
          <a:xfrm>
            <a:off x="3578225" y="6017497"/>
            <a:ext cx="5038725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393291" y="1196750"/>
            <a:ext cx="11374639" cy="46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Merriweather Light"/>
              <a:buNone/>
              <a:defRPr sz="4100" b="0" i="1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3"/>
          </p:nvPr>
        </p:nvSpPr>
        <p:spPr>
          <a:xfrm>
            <a:off x="2575859" y="501834"/>
            <a:ext cx="7008532" cy="22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240659" cy="1274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white + image">
  <p:cSld name="Cover white + image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9971903" y="512910"/>
            <a:ext cx="1866907" cy="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ctrTitle"/>
          </p:nvPr>
        </p:nvSpPr>
        <p:spPr>
          <a:xfrm>
            <a:off x="333733" y="1196750"/>
            <a:ext cx="5584468" cy="46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Merriweather Light"/>
              <a:buNone/>
              <a:defRPr sz="4100" b="0" i="1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333732" y="6084055"/>
            <a:ext cx="5584468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336550" y="6309175"/>
            <a:ext cx="5581650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3"/>
          </p:nvPr>
        </p:nvSpPr>
        <p:spPr>
          <a:xfrm>
            <a:off x="6276975" y="1196751"/>
            <a:ext cx="5562600" cy="52929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9"/>
          <p:cNvSpPr txBox="1">
            <a:spLocks noGrp="1"/>
          </p:cNvSpPr>
          <p:nvPr>
            <p:ph type="body" idx="4"/>
          </p:nvPr>
        </p:nvSpPr>
        <p:spPr>
          <a:xfrm>
            <a:off x="2581835" y="501834"/>
            <a:ext cx="6996580" cy="22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240659" cy="1274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ctrTitle"/>
          </p:nvPr>
        </p:nvSpPr>
        <p:spPr>
          <a:xfrm>
            <a:off x="2317750" y="1196975"/>
            <a:ext cx="7559675" cy="125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pen Sans"/>
              <a:buNone/>
              <a:defRPr sz="23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2"/>
          </p:nvPr>
        </p:nvSpPr>
        <p:spPr>
          <a:xfrm>
            <a:off x="2317750" y="2450593"/>
            <a:ext cx="7559675" cy="344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683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683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683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598" y="6001200"/>
            <a:ext cx="1728002" cy="67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2115">
          <p15:clr>
            <a:srgbClr val="FBAE40"/>
          </p15:clr>
        </p15:guide>
        <p15:guide id="17" orient="horz" pos="7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screen image">
  <p:cSld name="Full screen image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>
            <a:spLocks noGrp="1"/>
          </p:cNvSpPr>
          <p:nvPr>
            <p:ph type="pic" idx="2"/>
          </p:nvPr>
        </p:nvSpPr>
        <p:spPr>
          <a:xfrm>
            <a:off x="336551" y="368300"/>
            <a:ext cx="11522074" cy="6121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2115">
          <p15:clr>
            <a:srgbClr val="FBAE40"/>
          </p15:clr>
        </p15:guide>
        <p15:guide id="17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screen image + caption">
  <p:cSld name="Full screen image + caption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>
            <a:spLocks noGrp="1"/>
          </p:cNvSpPr>
          <p:nvPr>
            <p:ph type="pic" idx="2"/>
          </p:nvPr>
        </p:nvSpPr>
        <p:spPr>
          <a:xfrm>
            <a:off x="336551" y="368300"/>
            <a:ext cx="11522074" cy="558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>
            <a:off x="336550" y="5948300"/>
            <a:ext cx="11522075" cy="54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2115">
          <p15:clr>
            <a:srgbClr val="FBAE40"/>
          </p15:clr>
        </p15:guide>
        <p15:guide id="17" orient="horz" pos="75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pter / quote">
  <p:cSld name="Chapter / quote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393291" y="1155796"/>
            <a:ext cx="11374640" cy="445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Merriweather Light"/>
              <a:buNone/>
              <a:defRPr sz="4100" b="0" i="1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3578225" y="5633664"/>
            <a:ext cx="5038725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2"/>
          </p:nvPr>
        </p:nvSpPr>
        <p:spPr>
          <a:xfrm>
            <a:off x="3578225" y="5858784"/>
            <a:ext cx="5038725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3"/>
          </p:nvPr>
        </p:nvSpPr>
        <p:spPr>
          <a:xfrm>
            <a:off x="3578225" y="6155901"/>
            <a:ext cx="6311489" cy="39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598" y="6001200"/>
            <a:ext cx="1728002" cy="67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pter / quote + image right">
  <p:cSld name="Chapter / quote + image right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ctrTitle"/>
          </p:nvPr>
        </p:nvSpPr>
        <p:spPr>
          <a:xfrm>
            <a:off x="338138" y="371475"/>
            <a:ext cx="5580062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Merriweather Light"/>
              <a:buNone/>
              <a:defRPr sz="4100" b="0" i="1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>
            <a:spLocks noGrp="1"/>
          </p:cNvSpPr>
          <p:nvPr>
            <p:ph type="pic" idx="2"/>
          </p:nvPr>
        </p:nvSpPr>
        <p:spPr>
          <a:xfrm>
            <a:off x="6276975" y="368301"/>
            <a:ext cx="5581650" cy="56328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338138" y="5499919"/>
            <a:ext cx="5580062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3"/>
          </p:nvPr>
        </p:nvSpPr>
        <p:spPr>
          <a:xfrm>
            <a:off x="338138" y="5717088"/>
            <a:ext cx="5580062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598" y="6001200"/>
            <a:ext cx="1728002" cy="67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2115">
          <p15:clr>
            <a:srgbClr val="FBAE40"/>
          </p15:clr>
        </p15:guide>
        <p15:guide id="17" orient="horz" pos="75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pter / quote + image left">
  <p:cSld name="Chapter / quote + image left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ctrTitle"/>
          </p:nvPr>
        </p:nvSpPr>
        <p:spPr>
          <a:xfrm>
            <a:off x="6278563" y="371475"/>
            <a:ext cx="5580062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Merriweather Light"/>
              <a:buNone/>
              <a:defRPr sz="4100" b="0" i="1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15"/>
          <p:cNvSpPr>
            <a:spLocks noGrp="1"/>
          </p:cNvSpPr>
          <p:nvPr>
            <p:ph type="pic" idx="2"/>
          </p:nvPr>
        </p:nvSpPr>
        <p:spPr>
          <a:xfrm>
            <a:off x="336550" y="368301"/>
            <a:ext cx="5581650" cy="56328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6278563" y="5501465"/>
            <a:ext cx="5580062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3"/>
          </p:nvPr>
        </p:nvSpPr>
        <p:spPr>
          <a:xfrm>
            <a:off x="6278563" y="5718634"/>
            <a:ext cx="5580062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4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598" y="6001200"/>
            <a:ext cx="1728002" cy="67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6" orient="horz" pos="2115">
          <p15:clr>
            <a:srgbClr val="FBAE40"/>
          </p15:clr>
        </p15:guide>
        <p15:guide id="17" orient="horz" pos="75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sclaimer + partner logos">
  <p:cSld name="1_Disclaimer + partner logos">
    <p:bg>
      <p:bgPr>
        <a:solidFill>
          <a:schemeClr val="accen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>
            <a:spLocks noGrp="1"/>
          </p:cNvSpPr>
          <p:nvPr>
            <p:ph type="pic" idx="2"/>
          </p:nvPr>
        </p:nvSpPr>
        <p:spPr>
          <a:xfrm>
            <a:off x="2337821" y="4117423"/>
            <a:ext cx="2438892" cy="1012671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6"/>
          <p:cNvSpPr>
            <a:spLocks noGrp="1"/>
          </p:cNvSpPr>
          <p:nvPr>
            <p:ph type="pic" idx="3"/>
          </p:nvPr>
        </p:nvSpPr>
        <p:spPr>
          <a:xfrm>
            <a:off x="4877360" y="4117423"/>
            <a:ext cx="2438892" cy="1012671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6"/>
          <p:cNvSpPr>
            <a:spLocks noGrp="1"/>
          </p:cNvSpPr>
          <p:nvPr>
            <p:ph type="pic" idx="4"/>
          </p:nvPr>
        </p:nvSpPr>
        <p:spPr>
          <a:xfrm>
            <a:off x="7404551" y="4117423"/>
            <a:ext cx="2438892" cy="1012671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2317519" y="3740461"/>
            <a:ext cx="7560136" cy="27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16"/>
          <p:cNvSpPr>
            <a:spLocks noGrp="1"/>
          </p:cNvSpPr>
          <p:nvPr>
            <p:ph type="pic" idx="5"/>
          </p:nvPr>
        </p:nvSpPr>
        <p:spPr>
          <a:xfrm>
            <a:off x="2348607" y="5244036"/>
            <a:ext cx="2438892" cy="1012671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6"/>
          <p:cNvSpPr>
            <a:spLocks noGrp="1"/>
          </p:cNvSpPr>
          <p:nvPr>
            <p:ph type="pic" idx="6"/>
          </p:nvPr>
        </p:nvSpPr>
        <p:spPr>
          <a:xfrm>
            <a:off x="4877360" y="5244036"/>
            <a:ext cx="2438892" cy="1012671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6"/>
          <p:cNvSpPr>
            <a:spLocks noGrp="1"/>
          </p:cNvSpPr>
          <p:nvPr>
            <p:ph type="pic" idx="7"/>
          </p:nvPr>
        </p:nvSpPr>
        <p:spPr>
          <a:xfrm>
            <a:off x="7406113" y="5244036"/>
            <a:ext cx="2438892" cy="101267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9" name="Google Shape;119;p16"/>
          <p:cNvCxnSpPr/>
          <p:nvPr/>
        </p:nvCxnSpPr>
        <p:spPr>
          <a:xfrm>
            <a:off x="2317519" y="4011053"/>
            <a:ext cx="756013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71837" y="1816100"/>
            <a:ext cx="5651500" cy="16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6200">
          <p15:clr>
            <a:srgbClr val="FBAE40"/>
          </p15:clr>
        </p15:guide>
        <p15:guide id="7" pos="6290">
          <p15:clr>
            <a:srgbClr val="FBAE40"/>
          </p15:clr>
        </p15:guide>
        <p15:guide id="8" pos="3864">
          <p15:clr>
            <a:srgbClr val="FBAE40"/>
          </p15:clr>
        </p15:guide>
        <p15:guide id="9" pos="3773">
          <p15:clr>
            <a:srgbClr val="FBAE40"/>
          </p15:clr>
        </p15:guide>
        <p15:guide id="10" pos="2662">
          <p15:clr>
            <a:srgbClr val="FBAE40"/>
          </p15:clr>
        </p15:guide>
        <p15:guide id="11" pos="2571">
          <p15:clr>
            <a:srgbClr val="FBAE40"/>
          </p15:clr>
        </p15:guide>
        <p15:guide id="12" pos="1460">
          <p15:clr>
            <a:srgbClr val="FBAE40"/>
          </p15:clr>
        </p15:guide>
        <p15:guide id="13" pos="1346">
          <p15:clr>
            <a:srgbClr val="FBAE40"/>
          </p15:clr>
        </p15:guide>
        <p15:guide id="14" orient="horz" pos="754">
          <p15:clr>
            <a:srgbClr val="FBAE40"/>
          </p15:clr>
        </p15:guide>
        <p15:guide id="15" orient="horz" pos="2115">
          <p15:clr>
            <a:srgbClr val="FBAE40"/>
          </p15:clr>
        </p15:guide>
        <p15:guide id="16" pos="5134">
          <p15:clr>
            <a:srgbClr val="FBAE40"/>
          </p15:clr>
        </p15:guide>
        <p15:guide id="17" pos="5043">
          <p15:clr>
            <a:srgbClr val="FBAE40"/>
          </p15:clr>
        </p15:guide>
        <p15:guide id="18" orient="horz" pos="37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eg">
  <p:cSld name="Leeg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dt" idx="10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body" idx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598" y="6001200"/>
            <a:ext cx="1728002" cy="67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34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5043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37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sclaimer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755B650-4C4B-DB43-9362-644AE51E4B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688" y="2439285"/>
            <a:ext cx="6935798" cy="19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2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9" pos="5134">
          <p15:clr>
            <a:srgbClr val="FBAE40"/>
          </p15:clr>
        </p15:guide>
        <p15:guide id="20" pos="5043">
          <p15:clr>
            <a:srgbClr val="FBAE40"/>
          </p15:clr>
        </p15:guide>
        <p15:guide id="21" orient="horz" pos="37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jpg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body" idx="2"/>
          </p:nvPr>
        </p:nvSpPr>
        <p:spPr>
          <a:xfrm>
            <a:off x="3575177" y="5800328"/>
            <a:ext cx="5044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nl-NL"/>
              <a:t>UTRECHT DATA SCIENCE COMMUNITY 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ctrTitle"/>
          </p:nvPr>
        </p:nvSpPr>
        <p:spPr>
          <a:xfrm>
            <a:off x="393291" y="1196750"/>
            <a:ext cx="11374500" cy="46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Light"/>
              <a:buNone/>
            </a:pPr>
            <a:r>
              <a:rPr lang="nl-NL" sz="2400"/>
              <a:t>Our goal is to bridge the gap between academia and industry by providing students with insights from professionals in data science and AI-related fields</a:t>
            </a:r>
            <a:endParaRPr sz="2400"/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7198" y="368809"/>
            <a:ext cx="1656375" cy="165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body" idx="2"/>
          </p:nvPr>
        </p:nvSpPr>
        <p:spPr>
          <a:xfrm>
            <a:off x="6967711" y="5914031"/>
            <a:ext cx="4236323" cy="31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di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nl-NL" sz="1600" b="0" dirty="0"/>
              <a:t>UTRECHT DATA SCIENCE COMMUNITY </a:t>
            </a:r>
            <a:endParaRPr sz="1600" b="0" dirty="0"/>
          </a:p>
        </p:txBody>
      </p:sp>
      <p:sp>
        <p:nvSpPr>
          <p:cNvPr id="146" name="Google Shape;146;p20"/>
          <p:cNvSpPr txBox="1">
            <a:spLocks noGrp="1"/>
          </p:cNvSpPr>
          <p:nvPr>
            <p:ph type="ctrTitle"/>
          </p:nvPr>
        </p:nvSpPr>
        <p:spPr>
          <a:xfrm>
            <a:off x="948700" y="1967589"/>
            <a:ext cx="3723588" cy="308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Light"/>
              <a:buNone/>
            </a:pPr>
            <a:r>
              <a:rPr lang="nl-NL" sz="2400" dirty="0"/>
              <a:t>            Upcoming events:</a:t>
            </a:r>
            <a:br>
              <a:rPr lang="nl-NL" sz="2400" dirty="0"/>
            </a:b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nl-NL" sz="2400" dirty="0"/>
              <a:t>Symposium (January)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nl-NL" sz="2400" dirty="0"/>
              <a:t>Inhousedays (May)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nl-NL" sz="2400" dirty="0"/>
              <a:t>Possibly more events!</a:t>
            </a:r>
            <a:endParaRPr sz="2400" dirty="0"/>
          </a:p>
        </p:txBody>
      </p:sp>
      <p:pic>
        <p:nvPicPr>
          <p:cNvPr id="147" name="Google Shape;147;p20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151" y="2344661"/>
            <a:ext cx="781943" cy="78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6724" y="1431167"/>
            <a:ext cx="4158300" cy="41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>
            <a:spLocks noGrp="1"/>
          </p:cNvSpPr>
          <p:nvPr>
            <p:ph type="ctrTitle"/>
          </p:nvPr>
        </p:nvSpPr>
        <p:spPr>
          <a:xfrm>
            <a:off x="6772245" y="631663"/>
            <a:ext cx="4627257" cy="47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Light"/>
              <a:buNone/>
            </a:pPr>
            <a:r>
              <a:rPr lang="nl-NL" sz="2000" dirty="0"/>
              <a:t>Follow us on Instagram and LinkedIn!</a:t>
            </a:r>
            <a:endParaRPr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A82118-36EF-B650-8780-A4E35769AB32}"/>
              </a:ext>
            </a:extLst>
          </p:cNvPr>
          <p:cNvSpPr/>
          <p:nvPr/>
        </p:nvSpPr>
        <p:spPr>
          <a:xfrm>
            <a:off x="3610465" y="0"/>
            <a:ext cx="248712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1">
                  <a:lumMod val="45000"/>
                  <a:lumOff val="55000"/>
                  <a:alpha val="20000"/>
                </a:schemeClr>
              </a:gs>
              <a:gs pos="85000">
                <a:schemeClr val="bg1">
                  <a:alpha val="30000"/>
                </a:schemeClr>
              </a:gs>
              <a:gs pos="100000">
                <a:schemeClr val="accent1">
                  <a:lumMod val="30000"/>
                  <a:lumOff val="70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34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Utrecht University">
  <a:themeElements>
    <a:clrScheme name="Utrecht University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</Words>
  <Application>Microsoft Office PowerPoint</Application>
  <PresentationFormat>Aangepast</PresentationFormat>
  <Paragraphs>8</Paragraphs>
  <Slides>3</Slides>
  <Notes>2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4" baseType="lpstr">
      <vt:lpstr>Utrecht University</vt:lpstr>
      <vt:lpstr>Our goal is to bridge the gap between academia and industry by providing students with insights from professionals in data science and AI-related fields</vt:lpstr>
      <vt:lpstr>            Upcoming events:  Symposium (January) Inhousedays (May) Possibly more events!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goal is to bridge the gap between academia and industry by providing students with insights from professionals in data science and AI-related fields</dc:title>
  <dc:creator>Hong Ye Guo</dc:creator>
  <cp:lastModifiedBy>Tom Adelmeijer</cp:lastModifiedBy>
  <cp:revision>3</cp:revision>
  <dcterms:modified xsi:type="dcterms:W3CDTF">2024-10-29T22:04:36Z</dcterms:modified>
</cp:coreProperties>
</file>